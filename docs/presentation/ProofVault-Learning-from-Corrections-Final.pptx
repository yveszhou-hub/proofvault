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5ee3c8580e4dc8" /><Relationship Type="http://schemas.openxmlformats.org/officeDocument/2006/relationships/extended-properties" Target="/docProps/app.xml" Id="R8c6e2e7bcc9c4663" /><Relationship Type="http://schemas.openxmlformats.org/officeDocument/2006/relationships/officeDocument" Target="/ppt/presentation.xml" Id="R0c96fc642bf040fe" /></Relationships>
</file>

<file path=ppt/presentation.xml><?xml version="1.0" encoding="utf-8"?>
<p:presentation xmlns:p="http://schemas.openxmlformats.org/presentationml/2006/main">
  <p:sldMasterIdLst>
    <p:sldMasterId xmlns:r="http://schemas.openxmlformats.org/officeDocument/2006/relationships" id="2147483648" r:id="R4054fb21da3e4f1e"/>
  </p:sldMasterIdLst>
  <p:notesMasterIdLst>
    <p:notesMasterId xmlns:r="http://schemas.openxmlformats.org/officeDocument/2006/relationships" r:id="R8fd439c1ae2a46d8"/>
  </p:notesMasterIdLst>
  <p:sldIdLst>
    <p:sldId xmlns:r="http://schemas.openxmlformats.org/officeDocument/2006/relationships" id="256" r:id="Rb3afd839e1d7457b"/>
    <p:sldId xmlns:r="http://schemas.openxmlformats.org/officeDocument/2006/relationships" id="257" r:id="R0b6ac76da5014afe"/>
    <p:sldId xmlns:r="http://schemas.openxmlformats.org/officeDocument/2006/relationships" id="258" r:id="Rd04594d4be294262"/>
    <p:sldId xmlns:r="http://schemas.openxmlformats.org/officeDocument/2006/relationships" id="259" r:id="R5c28d69559994e65"/>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9e613d5ccef4db6" /><Relationship Type="http://schemas.openxmlformats.org/officeDocument/2006/relationships/slideMaster" Target="/ppt/slideMasters/slideMaster1.xml" Id="R4054fb21da3e4f1e" /><Relationship Type="http://schemas.openxmlformats.org/officeDocument/2006/relationships/notesMaster" Target="/ppt/notesMasters/notesMaster1.xml" Id="R8fd439c1ae2a46d8" /><Relationship Type="http://schemas.openxmlformats.org/officeDocument/2006/relationships/presProps" Target="/ppt/presProps.xml" Id="Re12a2d3ca9da4bb1" /><Relationship Type="http://schemas.openxmlformats.org/officeDocument/2006/relationships/viewProps" Target="/ppt/viewProps.xml" Id="R153887f5552844dc" /><Relationship Type="http://schemas.openxmlformats.org/officeDocument/2006/relationships/tableStyles" Target="/ppt/tableStyles.xml" Id="R51b8d12f498c4448" /><Relationship Type="http://schemas.openxmlformats.org/officeDocument/2006/relationships/slide" Target="/ppt/slides/slide1.xml" Id="Rb3afd839e1d7457b" /><Relationship Type="http://schemas.openxmlformats.org/officeDocument/2006/relationships/slide" Target="/ppt/slides/slide2.xml" Id="R0b6ac76da5014afe" /><Relationship Type="http://schemas.openxmlformats.org/officeDocument/2006/relationships/slide" Target="/ppt/slides/slide3.xml" Id="Rd04594d4be294262" /><Relationship Type="http://schemas.openxmlformats.org/officeDocument/2006/relationships/slide" Target="/ppt/slides/slide4.xml" Id="R5c28d69559994e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855f2d45e94a3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roofVault — Opening Story">
  <a:themeElements>
    <a:clrScheme name="ProofVault — Opening Story">
      <a:dk1>
        <a:srgbClr val="171717"/>
      </a:dk1>
      <a:lt1>
        <a:srgbClr val="F5F4EF"/>
      </a:lt1>
      <a:dk2>
        <a:srgbClr val="4F4E4D"/>
      </a:dk2>
      <a:lt2>
        <a:srgbClr val="DFDED9"/>
      </a:lt2>
      <a:accent1>
        <a:srgbClr val="FFDC00"/>
      </a:accent1>
      <a:accent2>
        <a:srgbClr val="3C7362"/>
      </a:accent2>
      <a:accent3>
        <a:srgbClr val="8CC4B0"/>
      </a:accent3>
      <a:accent4>
        <a:srgbClr val="4A4944"/>
      </a:accent4>
      <a:accent5>
        <a:srgbClr val="77766E"/>
      </a:accent5>
      <a:accent6>
        <a:srgbClr val="C9C7BC"/>
      </a:accent6>
      <a:hlink>
        <a:srgbClr val="0563C1"/>
      </a:hlink>
      <a:folHlink>
        <a:srgbClr val="954F72"/>
      </a:folHlink>
    </a:clrScheme>
    <a:fontScheme name="ProofVault — Opening Story">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oofVault — Opening Stor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1c0a5fcab7457c" /><Relationship Type="http://schemas.openxmlformats.org/officeDocument/2006/relationships/notesMaster" Target="/ppt/notesMasters/notesMaster1.xml" Id="Rd0ad38b50c4643c8"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1ed4038df24cca" /><Relationship Type="http://schemas.openxmlformats.org/officeDocument/2006/relationships/notesMaster" Target="/ppt/notesMasters/notesMaster1.xml" Id="Rec3a5c1391c24f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0b7f4d5d33e4ff8" /><Relationship Type="http://schemas.openxmlformats.org/officeDocument/2006/relationships/notesMaster" Target="/ppt/notesMasters/notesMaster1.xml" Id="Rfdb71fff02e84c1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326a27c8fe4149" /><Relationship Type="http://schemas.openxmlformats.org/officeDocument/2006/relationships/notesMaster" Target="/ppt/notesMasters/notesMaster1.xml" Id="R48ce769df83040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have corrected Ann's note. But what happens to the mistake we found? ProofVault saves the original wording, the confirmed correction and its evidence. In this fictional case, the AI draft says five hundred milligrams. The sample clinician confirms fifty. We preserve the correction so it can inform future checks.</a:t>
            </a:r>
            <a:endParaRPr/>
          </a:p>
          <a:p xmlns:a="http://schemas.openxmlformats.org/drawingml/2006/main">
            <a:r>
              <a:t/>
            </a:r>
            <a:endParaRPr/>
          </a:p>
          <a:p xmlns:a="http://schemas.openxmlformats.org/drawingml/2006/main">
            <a:r>
              <a:t>Cue: show the saved cases after Confirm &amp; save. The case, transcript and clinician replies are simulated. This is not a verified patient incident or treatment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reuse the checking method. A person reviews a proposed rule: compare each recorded dose with its own source. We do not assume fifty milligrams is right for every patient. The reviewer approves a limited scope before the check runs.</a:t>
            </a:r>
            <a:endParaRPr/>
          </a:p>
          <a:p xmlns:a="http://schemas.openxmlformats.org/drawingml/2006/main">
            <a:r>
              <a:t/>
            </a:r>
            <a:endParaRPr/>
          </a:p>
          <a:p xmlns:a="http://schemas.openxmlformats.org/drawingml/2006/main">
            <a:r>
              <a:t>Cue: approve dose-source-match/v1. The template is manually authored. No model training or automatic rule generation occurs. The narrow checker does not test bias.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different fictional record. The note says one hundred milligrams, but its source says ten. The approved rule flags the mismatch for human review. If I enter matching values, it reports no mismatch. If evidence is missing or units differ, it asks for further checking.</a:t>
            </a:r>
            <a:endParaRPr/>
          </a:p>
          <a:p xmlns:a="http://schemas.openxmlformats.org/drawingml/2006/main">
            <a:r>
              <a:t/>
            </a:r>
            <a:endParaRPr/>
          </a:p>
          <a:p xmlns:a="http://schemas.openxmlformats.org/drawingml/2006/main">
            <a:r>
              <a:t>Cue: run the editable dose comparison and try matching values. It compares structured fields, not whole documents. Same medicine, formulation, route and schedule are assumed in the demo. It does not recommend a dose.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workflow: collect a correction, approve a check and test the next record. Our aim is to help reviewers reuse what they have already verified. The next step is to evaluate whether this reduces missed mismatches and review time in real workflows. Thank you.</a:t>
            </a:r>
            <a:endParaRPr/>
          </a:p>
          <a:p xmlns:a="http://schemas.openxmlformats.org/drawingml/2006/main">
            <a:r>
              <a:t/>
            </a:r>
            <a:endParaRPr/>
          </a:p>
          <a:p xmlns:a="http://schemas.openxmlformats.org/drawingml/2006/main">
            <a:r>
              <a:t>Open http://127.0.0.1:5175/ on the demo computer. Local server required. No measured improvement is claimed. Cases and rule approval use local browser storage. Reviewer identity is simulated. Signature storage supports evidence preservation rather than proving clinical accuracy.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1431fc1c819413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413a255f4d4990"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F5F4EF"/>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B382946-9BD7-4E9F-AD22-D364F8C02761}"/>
              </a:ext>
            </a:extLst>
          </p:cNvPr>
          <p:cNvSpPr>
            <a:spLocks xmlns:a="http://schemas.openxmlformats.org/drawingml/2006/main" noGrp="1"/>
          </p:cNvSpPr>
          <p:nvPr>
            <p:ph type="title" idx="0"/>
          </p:nvPr>
        </p:nvSpPr>
        <p:spPr>
          <a:xfrm xmlns:a="http://schemas.openxmlformats.org/drawingml/2006/main">
            <a:off x="812767" y="1178471"/>
            <a:ext cx="10566466" cy="4937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600">
                <a:solidFill>
                  <a:srgbClr val="171717"/>
                </a:solidFill>
                <a:latin typeface="Inter Tight"/>
                <a:ea typeface="Inter Tight"/>
                <a:cs typeface="Inter Tight"/>
              </a:defRPr>
            </a:lvl1pPr>
          </a:lstStyle>
          <a:p xmlns:a="http://schemas.openxmlformats.org/drawingml/2006/main">
            <a:pPr marL="0" indent="0" algn="l">
              <a:lnSpc>
                <a:spcPct val="115000"/>
              </a:lnSpc>
              <a:buNone/>
            </a:pPr>
            <a:endParaRPr sz="3600"/>
          </a:p>
        </p:txBody>
      </p:sp>
      <p:sp>
        <p:nvSpPr>
          <p:cNvPr id="3" name="Text Placeholder 2">
            <a:extLst xmlns:a="http://schemas.openxmlformats.org/drawingml/2006/main">
              <a:ext uri="{FF2B5EF4-FFF2-40B4-BE49-F238E27FC236}">
                <a16:creationId xmlns:a16="http://schemas.microsoft.com/office/drawing/2014/main" id="{FC1F1816-7066-4CBF-A4C1-334B56C71C20}"/>
              </a:ext>
            </a:extLst>
          </p:cNvPr>
          <p:cNvSpPr>
            <a:spLocks xmlns:a="http://schemas.openxmlformats.org/drawingml/2006/main" noGrp="1"/>
          </p:cNvSpPr>
          <p:nvPr>
            <p:ph type="body" idx="101"/>
          </p:nvPr>
        </p:nvSpPr>
        <p:spPr>
          <a:xfrm xmlns:a="http://schemas.openxmlformats.org/drawingml/2006/main">
            <a:off x="812767" y="1977008"/>
            <a:ext cx="10566433" cy="4068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71717"/>
                </a:solidFill>
                <a:latin typeface="Inter"/>
                <a:ea typeface="Inter"/>
                <a:cs typeface="Inter"/>
              </a:defRPr>
            </a:lvl1pPr>
          </a:lstStyle>
          <a:p xmlns:a="http://schemas.openxmlformats.org/drawingml/2006/main">
            <a:pPr marL="0" indent="0" algn="l">
              <a:lnSpc>
                <a:spcPct val="140000"/>
              </a:lnSpc>
              <a:buNone/>
            </a:pPr>
            <a:endParaRPr sz="1600"/>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50aa86d64224c1f" /><Relationship Type="http://schemas.openxmlformats.org/officeDocument/2006/relationships/slideLayout" Target="/ppt/slideLayouts/slideLayout1.xml" Id="Rf4ee3180deda4a15" /><Relationship Type="http://schemas.openxmlformats.org/officeDocument/2006/relationships/slideLayout" Target="/ppt/slideLayouts/slideLayout2.xml" Id="R49e693b206b34f57" /></Relationships>
</file>

<file path=ppt/slideMasters/slideMaster1.xml><?xml version="1.0" encoding="utf-8"?>
<p:sldMaster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13601EB-35C0-418F-8EFC-CB46620DD885}"/>
              </a:ext>
            </a:extLst>
          </p:cNvPr>
          <p:cNvSpPr>
            <a:spLocks xmlns:a="http://schemas.openxmlformats.org/drawingml/2006/main" noGrp="1"/>
          </p:cNvSpPr>
          <p:nvPr>
            <p:ph type="title" idx="0"/>
          </p:nvPr>
        </p:nvSpPr>
        <p:spPr>
          <a:xfrm xmlns:a="http://schemas.openxmlformats.org/drawingml/2006/main">
            <a:off x="812767" y="1178471"/>
            <a:ext cx="10566466" cy="493737"/>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5000"/>
              </a:lnSpc>
              <a:buNone/>
              <a:defRPr sz="3600">
                <a:solidFill>
                  <a:srgbClr val="171717"/>
                </a:solidFill>
                <a:latin typeface="Inter Tight"/>
                <a:ea typeface="Inter Tight"/>
                <a:cs typeface="Inter Tight"/>
              </a:defRPr>
            </a:lvl1pPr>
          </a:lstStyle>
          <a:p xmlns:a="http://schemas.openxmlformats.org/drawingml/2006/main">
            <a:pPr marL="0" indent="0" algn="l">
              <a:lnSpc>
                <a:spcPct val="115000"/>
              </a:lnSpc>
              <a:buNone/>
            </a:pPr>
            <a:endParaRPr sz="3600"/>
          </a:p>
        </p:txBody>
      </p:sp>
      <p:sp>
        <p:nvSpPr>
          <p:cNvPr id="3" name="Text Placeholder 2">
            <a:extLst xmlns:a="http://schemas.openxmlformats.org/drawingml/2006/main">
              <a:ext uri="{FF2B5EF4-FFF2-40B4-BE49-F238E27FC236}">
                <a16:creationId xmlns:a16="http://schemas.microsoft.com/office/drawing/2014/main" id="{A5A61424-EA8C-419D-A9B5-21D5994971BD}"/>
              </a:ext>
            </a:extLst>
          </p:cNvPr>
          <p:cNvSpPr>
            <a:spLocks xmlns:a="http://schemas.openxmlformats.org/drawingml/2006/main" noGrp="1"/>
          </p:cNvSpPr>
          <p:nvPr>
            <p:ph type="body" idx="101"/>
          </p:nvPr>
        </p:nvSpPr>
        <p:spPr>
          <a:xfrm xmlns:a="http://schemas.openxmlformats.org/drawingml/2006/main">
            <a:off x="812767" y="1977008"/>
            <a:ext cx="10566433" cy="406819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171717"/>
                </a:solidFill>
                <a:latin typeface="Inter"/>
                <a:ea typeface="Inter"/>
                <a:cs typeface="Inter"/>
              </a:defRPr>
            </a:lvl1pPr>
          </a:lstStyle>
          <a:p xmlns:a="http://schemas.openxmlformats.org/drawingml/2006/main">
            <a:pPr marL="0" indent="0" algn="l">
              <a:lnSpc>
                <a:spcPct val="140000"/>
              </a:lnSpc>
              <a:buNone/>
            </a:pPr>
            <a:endParaRPr sz="16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ee3180deda4a15"/>
    <p:sldLayoutId xmlns:r="http://schemas.openxmlformats.org/officeDocument/2006/relationships" id="2147483650" r:id="R49e693b206b34f57"/>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ProofVault — Opening Story">
  <a:themeElements>
    <a:clrScheme name="ProofVault — Opening Story">
      <a:dk1>
        <a:srgbClr val="171717"/>
      </a:dk1>
      <a:lt1>
        <a:srgbClr val="F5F4EF"/>
      </a:lt1>
      <a:dk2>
        <a:srgbClr val="4F4E4D"/>
      </a:dk2>
      <a:lt2>
        <a:srgbClr val="DFDED9"/>
      </a:lt2>
      <a:accent1>
        <a:srgbClr val="FFDC00"/>
      </a:accent1>
      <a:accent2>
        <a:srgbClr val="3C7362"/>
      </a:accent2>
      <a:accent3>
        <a:srgbClr val="8CC4B0"/>
      </a:accent3>
      <a:accent4>
        <a:srgbClr val="4A4944"/>
      </a:accent4>
      <a:accent5>
        <a:srgbClr val="77766E"/>
      </a:accent5>
      <a:accent6>
        <a:srgbClr val="C9C7BC"/>
      </a:accent6>
      <a:hlink>
        <a:srgbClr val="0563C1"/>
      </a:hlink>
      <a:folHlink>
        <a:srgbClr val="954F72"/>
      </a:folHlink>
    </a:clrScheme>
    <a:fontScheme name="ProofVault — Opening Story">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oofVault — Opening Stor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c5352644e8f5466b" /><Relationship Type="http://schemas.openxmlformats.org/officeDocument/2006/relationships/notesSlide" Target="/ppt/notesSlides/notesSlide1.xml" Id="R66e95f5080cf4a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b240bca858447b3" /><Relationship Type="http://schemas.openxmlformats.org/officeDocument/2006/relationships/notesSlide" Target="/ppt/notesSlides/notesSlide2.xml" Id="R3b01a1e31c0d4b12"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3870c24efd714221" /><Relationship Type="http://schemas.openxmlformats.org/officeDocument/2006/relationships/image" Target="/ppt/media/image.png" Id="R435f9e4291944ce4" /><Relationship Type="http://schemas.openxmlformats.org/officeDocument/2006/relationships/notesSlide" Target="/ppt/notesSlides/notesSlide3.xml" Id="Re3eae332ec2c46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bfeddaf78a9a4b20" /><Relationship Type="http://schemas.openxmlformats.org/officeDocument/2006/relationships/image" Target="/ppt/media/image2.png" Id="R0794350e53d842ab" /><Relationship Type="http://schemas.openxmlformats.org/officeDocument/2006/relationships/notesSlide" Target="/ppt/notesSlides/notesSlide4.xml" Id="Rc5c8f42c378542d6" /></Relationships>
</file>

<file path=ppt/slides/slide1.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5AC2772-E127-4C8C-B958-447421C86E4F}"/>
              </a:ext>
            </a:extLst>
          </p:cNvPr>
          <p:cNvSpPr>
            <a:spLocks xmlns:a="http://schemas.openxmlformats.org/drawingml/2006/main" noGrp="1"/>
          </p:cNvSpPr>
          <p:nvPr/>
        </p:nvSpPr>
        <p:spPr>
          <a:xfrm xmlns:a="http://schemas.openxmlformats.org/drawingml/2006/main">
            <a:off x="812767" y="812767"/>
            <a:ext cx="108834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b="1" spc="200">
                <a:solidFill>
                  <a:srgbClr val="8CC4B0"/>
                </a:solidFill>
                <a:latin typeface="Inter Tight"/>
                <a:ea typeface="Inter Tight"/>
                <a:cs typeface="Inter Tight"/>
              </a:rPr>
              <a:t>CORRECTION LIBRARY · FICTIONAL CASE</a:t>
            </a:r>
            <a:endParaRPr sz="1200"/>
          </a:p>
        </p:txBody>
      </p:sp>
      <p:sp>
        <p:nvSpPr>
          <p:cNvPr id="3" name="Shape 1">
            <a:extLst xmlns:a="http://schemas.openxmlformats.org/drawingml/2006/main">
              <a:ext uri="{FF2B5EF4-FFF2-40B4-BE49-F238E27FC236}">
                <a16:creationId xmlns:a16="http://schemas.microsoft.com/office/drawing/2014/main" id="{3706B62F-CC3E-4E04-8FFC-949220F57CCC}"/>
              </a:ext>
            </a:extLst>
          </p:cNvPr>
          <p:cNvSpPr>
            <a:spLocks xmlns:a="http://schemas.openxmlformats.org/drawingml/2006/main" noGrp="1"/>
          </p:cNvSpPr>
          <p:nvPr/>
        </p:nvSpPr>
        <p:spPr>
          <a:xfrm xmlns:a="http://schemas.openxmlformats.org/drawingml/2006/main">
            <a:off x="812767" y="2355420"/>
            <a:ext cx="4978425" cy="0"/>
          </a:xfrm>
          <a:prstGeom xmlns:a="http://schemas.openxmlformats.org/drawingml/2006/main" prst="line">
            <a:avLst/>
          </a:prstGeom>
          <a:noFill xmlns:a="http://schemas.openxmlformats.org/drawingml/2006/main"/>
          <a:ln xmlns:a="http://schemas.openxmlformats.org/drawingml/2006/main" w="25400">
            <a:solidFill>
              <a:srgbClr val="F5F4EF"/>
            </a:solidFill>
            <a:prstDash val="solid"/>
          </a:ln>
        </p:spPr>
      </p:sp>
      <p:sp>
        <p:nvSpPr>
          <p:cNvPr id="4" name="Text 2">
            <a:extLst xmlns:a="http://schemas.openxmlformats.org/drawingml/2006/main">
              <a:ext uri="{FF2B5EF4-FFF2-40B4-BE49-F238E27FC236}">
                <a16:creationId xmlns:a16="http://schemas.microsoft.com/office/drawing/2014/main" id="{FC1B86F0-4E0E-427B-8C80-6E88502C80CD}"/>
              </a:ext>
            </a:extLst>
          </p:cNvPr>
          <p:cNvSpPr>
            <a:spLocks xmlns:a="http://schemas.openxmlformats.org/drawingml/2006/main" noGrp="1"/>
          </p:cNvSpPr>
          <p:nvPr/>
        </p:nvSpPr>
        <p:spPr>
          <a:xfrm xmlns:a="http://schemas.openxmlformats.org/drawingml/2006/main">
            <a:off x="812767" y="2569724"/>
            <a:ext cx="5127778" cy="3098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240"/>
              </a:lnSpc>
              <a:buNone/>
            </a:pPr>
            <a:r>
              <a:rPr sz="1600">
                <a:solidFill>
                  <a:srgbClr val="C9C7BC"/>
                </a:solidFill>
                <a:latin typeface="Inter"/>
                <a:ea typeface="Inter"/>
                <a:cs typeface="Inter"/>
              </a:rPr>
              <a:t>AI draft</a:t>
            </a:r>
            <a:endParaRPr sz="1600"/>
          </a:p>
        </p:txBody>
      </p:sp>
      <p:sp>
        <p:nvSpPr>
          <p:cNvPr id="5" name="Text 3">
            <a:extLst xmlns:a="http://schemas.openxmlformats.org/drawingml/2006/main">
              <a:ext uri="{FF2B5EF4-FFF2-40B4-BE49-F238E27FC236}">
                <a16:creationId xmlns:a16="http://schemas.microsoft.com/office/drawing/2014/main" id="{EBFEA14B-B2D0-4A08-9D2F-21767CD060FC}"/>
              </a:ext>
            </a:extLst>
          </p:cNvPr>
          <p:cNvSpPr>
            <a:spLocks xmlns:a="http://schemas.openxmlformats.org/drawingml/2006/main" noGrp="1"/>
          </p:cNvSpPr>
          <p:nvPr/>
        </p:nvSpPr>
        <p:spPr>
          <a:xfrm xmlns:a="http://schemas.openxmlformats.org/drawingml/2006/main">
            <a:off x="812767" y="2955768"/>
            <a:ext cx="5127778" cy="1295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0000"/>
              </a:lnSpc>
              <a:buNone/>
            </a:pPr>
            <a:r>
              <a:rPr sz="10000" b="1" spc="-400">
                <a:solidFill>
                  <a:srgbClr val="F5F4EF"/>
                </a:solidFill>
                <a:latin typeface="Inter Tight"/>
                <a:ea typeface="Inter Tight"/>
                <a:cs typeface="Inter Tight"/>
              </a:rPr>
              <a:t>500 mg</a:t>
            </a:r>
            <a:endParaRPr sz="10000"/>
          </a:p>
        </p:txBody>
      </p:sp>
      <p:sp>
        <p:nvSpPr>
          <p:cNvPr id="6" name="Shape 4">
            <a:extLst xmlns:a="http://schemas.openxmlformats.org/drawingml/2006/main">
              <a:ext uri="{FF2B5EF4-FFF2-40B4-BE49-F238E27FC236}">
                <a16:creationId xmlns:a16="http://schemas.microsoft.com/office/drawing/2014/main" id="{F88B3229-6AE3-40B8-A084-B64DB43C0583}"/>
              </a:ext>
            </a:extLst>
          </p:cNvPr>
          <p:cNvSpPr>
            <a:spLocks xmlns:a="http://schemas.openxmlformats.org/drawingml/2006/main" noGrp="1"/>
          </p:cNvSpPr>
          <p:nvPr/>
        </p:nvSpPr>
        <p:spPr>
          <a:xfrm xmlns:a="http://schemas.openxmlformats.org/drawingml/2006/main">
            <a:off x="6400767" y="2355420"/>
            <a:ext cx="4978466" cy="0"/>
          </a:xfrm>
          <a:prstGeom xmlns:a="http://schemas.openxmlformats.org/drawingml/2006/main" prst="line">
            <a:avLst/>
          </a:prstGeom>
          <a:noFill xmlns:a="http://schemas.openxmlformats.org/drawingml/2006/main"/>
          <a:ln xmlns:a="http://schemas.openxmlformats.org/drawingml/2006/main" w="25400">
            <a:solidFill>
              <a:srgbClr val="FFDC00"/>
            </a:solidFill>
            <a:prstDash val="solid"/>
          </a:ln>
        </p:spPr>
      </p:sp>
      <p:sp>
        <p:nvSpPr>
          <p:cNvPr id="7" name="Text 5">
            <a:extLst xmlns:a="http://schemas.openxmlformats.org/drawingml/2006/main">
              <a:ext uri="{FF2B5EF4-FFF2-40B4-BE49-F238E27FC236}">
                <a16:creationId xmlns:a16="http://schemas.microsoft.com/office/drawing/2014/main" id="{FC9C7091-076F-45B1-A61A-4F074C28B193}"/>
              </a:ext>
            </a:extLst>
          </p:cNvPr>
          <p:cNvSpPr>
            <a:spLocks xmlns:a="http://schemas.openxmlformats.org/drawingml/2006/main" noGrp="1"/>
          </p:cNvSpPr>
          <p:nvPr/>
        </p:nvSpPr>
        <p:spPr>
          <a:xfrm xmlns:a="http://schemas.openxmlformats.org/drawingml/2006/main">
            <a:off x="6400767" y="2569724"/>
            <a:ext cx="5127820" cy="3098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240"/>
              </a:lnSpc>
              <a:buNone/>
            </a:pPr>
            <a:r>
              <a:rPr sz="1600">
                <a:solidFill>
                  <a:srgbClr val="C9C7BC"/>
                </a:solidFill>
                <a:latin typeface="Inter"/>
                <a:ea typeface="Inter"/>
                <a:cs typeface="Inter"/>
              </a:rPr>
              <a:t>Confirmed sample</a:t>
            </a:r>
            <a:endParaRPr sz="1600"/>
          </a:p>
        </p:txBody>
      </p:sp>
      <p:sp>
        <p:nvSpPr>
          <p:cNvPr id="8" name="Text 6">
            <a:extLst xmlns:a="http://schemas.openxmlformats.org/drawingml/2006/main">
              <a:ext uri="{FF2B5EF4-FFF2-40B4-BE49-F238E27FC236}">
                <a16:creationId xmlns:a16="http://schemas.microsoft.com/office/drawing/2014/main" id="{618326BC-23F1-41D0-98AD-3302C169116E}"/>
              </a:ext>
            </a:extLst>
          </p:cNvPr>
          <p:cNvSpPr>
            <a:spLocks xmlns:a="http://schemas.openxmlformats.org/drawingml/2006/main" noGrp="1"/>
          </p:cNvSpPr>
          <p:nvPr/>
        </p:nvSpPr>
        <p:spPr>
          <a:xfrm xmlns:a="http://schemas.openxmlformats.org/drawingml/2006/main">
            <a:off x="6400767" y="2955768"/>
            <a:ext cx="5127820" cy="1295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0000"/>
              </a:lnSpc>
              <a:buNone/>
            </a:pPr>
            <a:r>
              <a:rPr sz="10000" b="1" spc="-400">
                <a:solidFill>
                  <a:srgbClr val="FFDC00"/>
                </a:solidFill>
                <a:latin typeface="Inter Tight"/>
                <a:ea typeface="Inter Tight"/>
                <a:cs typeface="Inter Tight"/>
              </a:rPr>
              <a:t>50 mg</a:t>
            </a:r>
            <a:endParaRPr sz="10000"/>
          </a:p>
        </p:txBody>
      </p:sp>
      <p:sp>
        <p:nvSpPr>
          <p:cNvPr id="9" name="Text 7">
            <a:extLst xmlns:a="http://schemas.openxmlformats.org/drawingml/2006/main">
              <a:ext uri="{FF2B5EF4-FFF2-40B4-BE49-F238E27FC236}">
                <a16:creationId xmlns:a16="http://schemas.microsoft.com/office/drawing/2014/main" id="{7BCB49D6-0883-47D8-B82F-E163524E2490}"/>
              </a:ext>
            </a:extLst>
          </p:cNvPr>
          <p:cNvSpPr>
            <a:spLocks xmlns:a="http://schemas.openxmlformats.org/drawingml/2006/main" noGrp="1"/>
          </p:cNvSpPr>
          <p:nvPr/>
        </p:nvSpPr>
        <p:spPr>
          <a:xfrm xmlns:a="http://schemas.openxmlformats.org/drawingml/2006/main">
            <a:off x="812767" y="5542359"/>
            <a:ext cx="10883460" cy="52827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960"/>
              </a:lnSpc>
              <a:buNone/>
            </a:pPr>
            <a:r>
              <a:rPr sz="3600" b="1" spc="-100">
                <a:solidFill>
                  <a:srgbClr val="F5F4EF"/>
                </a:solidFill>
                <a:latin typeface="Inter Tight"/>
                <a:ea typeface="Inter Tight"/>
                <a:cs typeface="Inter Tight"/>
              </a:rPr>
              <a:t>The correction becomes a saved case</a:t>
            </a:r>
            <a:endParaRPr sz="3600"/>
          </a:p>
        </p:txBody>
      </p:sp>
    </p:spTree>
    <p:extLst>
      <p:ext uri="{BB962C8B-B14F-4D97-AF65-F5344CB8AC3E}">
        <p14:creationId xmlns:p14="http://schemas.microsoft.com/office/powerpoint/2010/main" val="1056301932"/>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7E8D83-D184-494C-A8D7-6A51B169BF18}"/>
              </a:ext>
            </a:extLst>
          </p:cNvPr>
          <p:cNvSpPr>
            <a:spLocks xmlns:a="http://schemas.openxmlformats.org/drawingml/2006/main" noGrp="1"/>
          </p:cNvSpPr>
          <p:nvPr/>
        </p:nvSpPr>
        <p:spPr>
          <a:xfrm xmlns:a="http://schemas.openxmlformats.org/drawingml/2006/main">
            <a:off x="812767" y="812766"/>
            <a:ext cx="1088346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pPr>
            <a:r>
              <a:rPr sz="1200" b="1" spc="200">
                <a:solidFill>
                  <a:srgbClr val="3C7362"/>
                </a:solidFill>
                <a:latin typeface="Inter Tight"/>
                <a:ea typeface="Inter Tight"/>
                <a:cs typeface="Inter Tight"/>
              </a:rPr>
              <a:t>REUSABLE VERIFICATION</a:t>
            </a:r>
            <a:endParaRPr sz="1200"/>
          </a:p>
        </p:txBody>
      </p:sp>
      <p:sp>
        <p:nvSpPr>
          <p:cNvPr id="3" name="Text 1">
            <a:extLst xmlns:a="http://schemas.openxmlformats.org/drawingml/2006/main">
              <a:ext uri="{FF2B5EF4-FFF2-40B4-BE49-F238E27FC236}">
                <a16:creationId xmlns:a16="http://schemas.microsoft.com/office/drawing/2014/main" id="{D9F25DFA-FFDD-4092-B7D7-DA2EA23CAB95}"/>
              </a:ext>
            </a:extLst>
          </p:cNvPr>
          <p:cNvSpPr>
            <a:spLocks xmlns:a="http://schemas.openxmlformats.org/drawingml/2006/main" noGrp="1"/>
          </p:cNvSpPr>
          <p:nvPr/>
        </p:nvSpPr>
        <p:spPr>
          <a:xfrm xmlns:a="http://schemas.openxmlformats.org/drawingml/2006/main">
            <a:off x="812767" y="1178471"/>
            <a:ext cx="10883460" cy="51913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888"/>
              </a:lnSpc>
              <a:buNone/>
            </a:pPr>
            <a:r>
              <a:rPr sz="3600" b="1" spc="-100">
                <a:solidFill>
                  <a:srgbClr val="171717"/>
                </a:solidFill>
                <a:latin typeface="Inter Tight"/>
                <a:ea typeface="Inter Tight"/>
                <a:cs typeface="Inter Tight"/>
              </a:rPr>
              <a:t>What can we reuse?</a:t>
            </a:r>
            <a:endParaRPr sz="3600"/>
          </a:p>
        </p:txBody>
      </p:sp>
      <p:sp>
        <p:nvSpPr>
          <p:cNvPr id="4" name="Shape 2">
            <a:extLst xmlns:a="http://schemas.openxmlformats.org/drawingml/2006/main">
              <a:ext uri="{FF2B5EF4-FFF2-40B4-BE49-F238E27FC236}">
                <a16:creationId xmlns:a16="http://schemas.microsoft.com/office/drawing/2014/main" id="{CC903F68-0307-4762-A4C2-DEAB9FDA6D8A}"/>
              </a:ext>
            </a:extLst>
          </p:cNvPr>
          <p:cNvSpPr>
            <a:spLocks xmlns:a="http://schemas.openxmlformats.org/drawingml/2006/main" noGrp="1"/>
          </p:cNvSpPr>
          <p:nvPr/>
        </p:nvSpPr>
        <p:spPr>
          <a:xfrm xmlns:a="http://schemas.openxmlformats.org/drawingml/2006/main">
            <a:off x="815942" y="2773363"/>
            <a:ext cx="3380317" cy="1779546"/>
          </a:xfrm>
          <a:prstGeom xmlns:a="http://schemas.openxmlformats.org/drawingml/2006/main" prst="roundRect">
            <a:avLst>
              <a:gd name="adj" fmla="val 5531"/>
            </a:avLst>
          </a:prstGeom>
          <a:solidFill xmlns:a="http://schemas.openxmlformats.org/drawingml/2006/main">
            <a:srgbClr val="FBFBF8"/>
          </a:solidFill>
          <a:ln xmlns:a="http://schemas.openxmlformats.org/drawingml/2006/main" w="6350">
            <a:solidFill>
              <a:srgbClr val="DDDCD4"/>
            </a:solidFill>
            <a:prstDash val="solid"/>
          </a:ln>
        </p:spPr>
      </p:sp>
      <p:sp>
        <p:nvSpPr>
          <p:cNvPr id="5" name="Text 3">
            <a:extLst xmlns:a="http://schemas.openxmlformats.org/drawingml/2006/main">
              <a:ext uri="{FF2B5EF4-FFF2-40B4-BE49-F238E27FC236}">
                <a16:creationId xmlns:a16="http://schemas.microsoft.com/office/drawing/2014/main" id="{E59D4819-4734-4685-A3A1-9969FAB882EF}"/>
              </a:ext>
            </a:extLst>
          </p:cNvPr>
          <p:cNvSpPr>
            <a:spLocks xmlns:a="http://schemas.openxmlformats.org/drawingml/2006/main" noGrp="1"/>
          </p:cNvSpPr>
          <p:nvPr/>
        </p:nvSpPr>
        <p:spPr>
          <a:xfrm xmlns:a="http://schemas.openxmlformats.org/drawingml/2006/main">
            <a:off x="1072059" y="3029479"/>
            <a:ext cx="2954126"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77766E"/>
                </a:solidFill>
                <a:latin typeface="Inter Tight"/>
                <a:ea typeface="Inter Tight"/>
                <a:cs typeface="Inter Tight"/>
              </a:rPr>
              <a:t>01</a:t>
            </a:r>
            <a:endParaRPr sz="1200"/>
          </a:p>
        </p:txBody>
      </p:sp>
      <p:sp>
        <p:nvSpPr>
          <p:cNvPr id="6" name="Text 4">
            <a:extLst xmlns:a="http://schemas.openxmlformats.org/drawingml/2006/main">
              <a:ext uri="{FF2B5EF4-FFF2-40B4-BE49-F238E27FC236}">
                <a16:creationId xmlns:a16="http://schemas.microsoft.com/office/drawing/2014/main" id="{2E4673F4-6842-476A-AB36-48AB4846E5F7}"/>
              </a:ext>
            </a:extLst>
          </p:cNvPr>
          <p:cNvSpPr>
            <a:spLocks xmlns:a="http://schemas.openxmlformats.org/drawingml/2006/main" noGrp="1"/>
          </p:cNvSpPr>
          <p:nvPr/>
        </p:nvSpPr>
        <p:spPr>
          <a:xfrm xmlns:a="http://schemas.openxmlformats.org/drawingml/2006/main">
            <a:off x="1072059" y="3344374"/>
            <a:ext cx="2954126" cy="36063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640"/>
              </a:lnSpc>
              <a:buNone/>
            </a:pPr>
            <a:r>
              <a:rPr sz="2200" b="1">
                <a:solidFill>
                  <a:srgbClr val="171717"/>
                </a:solidFill>
                <a:latin typeface="Inter Tight"/>
                <a:ea typeface="Inter Tight"/>
                <a:cs typeface="Inter Tight"/>
              </a:rPr>
              <a:t>Collect</a:t>
            </a:r>
            <a:endParaRPr sz="2200"/>
          </a:p>
        </p:txBody>
      </p:sp>
      <p:sp>
        <p:nvSpPr>
          <p:cNvPr id="7" name="Text 5">
            <a:extLst xmlns:a="http://schemas.openxmlformats.org/drawingml/2006/main">
              <a:ext uri="{FF2B5EF4-FFF2-40B4-BE49-F238E27FC236}">
                <a16:creationId xmlns:a16="http://schemas.microsoft.com/office/drawing/2014/main" id="{886B7D24-C5CD-4978-94C3-49DFDDF05120}"/>
              </a:ext>
            </a:extLst>
          </p:cNvPr>
          <p:cNvSpPr>
            <a:spLocks xmlns:a="http://schemas.openxmlformats.org/drawingml/2006/main" noGrp="1"/>
          </p:cNvSpPr>
          <p:nvPr/>
        </p:nvSpPr>
        <p:spPr>
          <a:xfrm xmlns:a="http://schemas.openxmlformats.org/drawingml/2006/main">
            <a:off x="1072059" y="3781185"/>
            <a:ext cx="2954126" cy="5410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030"/>
              </a:lnSpc>
              <a:buNone/>
            </a:pPr>
            <a:r>
              <a:rPr sz="1400">
                <a:solidFill>
                  <a:srgbClr val="4A4944"/>
                </a:solidFill>
                <a:latin typeface="Inter"/>
                <a:ea typeface="Inter"/>
                <a:cs typeface="Inter"/>
              </a:rPr>
              <a:t>Keep the correction, its evidence and the reviewer.</a:t>
            </a:r>
            <a:endParaRPr sz="1400"/>
          </a:p>
        </p:txBody>
      </p:sp>
      <p:sp>
        <p:nvSpPr>
          <p:cNvPr id="8" name="Shape 6">
            <a:extLst xmlns:a="http://schemas.openxmlformats.org/drawingml/2006/main">
              <a:ext uri="{FF2B5EF4-FFF2-40B4-BE49-F238E27FC236}">
                <a16:creationId xmlns:a16="http://schemas.microsoft.com/office/drawing/2014/main" id="{14FD57D7-42EB-432A-9736-399ADA3AFAF8}"/>
              </a:ext>
            </a:extLst>
          </p:cNvPr>
          <p:cNvSpPr>
            <a:spLocks xmlns:a="http://schemas.openxmlformats.org/drawingml/2006/main" noGrp="1"/>
          </p:cNvSpPr>
          <p:nvPr/>
        </p:nvSpPr>
        <p:spPr>
          <a:xfrm xmlns:a="http://schemas.openxmlformats.org/drawingml/2006/main">
            <a:off x="4405800" y="2773363"/>
            <a:ext cx="3380358" cy="1779546"/>
          </a:xfrm>
          <a:prstGeom xmlns:a="http://schemas.openxmlformats.org/drawingml/2006/main" prst="roundRect">
            <a:avLst>
              <a:gd name="adj" fmla="val 5531"/>
            </a:avLst>
          </a:prstGeom>
          <a:solidFill xmlns:a="http://schemas.openxmlformats.org/drawingml/2006/main">
            <a:srgbClr val="FBFBF8"/>
          </a:solidFill>
          <a:ln xmlns:a="http://schemas.openxmlformats.org/drawingml/2006/main" w="6350">
            <a:solidFill>
              <a:srgbClr val="DDDCD4"/>
            </a:solidFill>
            <a:prstDash val="solid"/>
          </a:ln>
        </p:spPr>
      </p:sp>
      <p:sp>
        <p:nvSpPr>
          <p:cNvPr id="9" name="Text 7">
            <a:extLst xmlns:a="http://schemas.openxmlformats.org/drawingml/2006/main">
              <a:ext uri="{FF2B5EF4-FFF2-40B4-BE49-F238E27FC236}">
                <a16:creationId xmlns:a16="http://schemas.microsoft.com/office/drawing/2014/main" id="{5797BDE9-7CBC-4F29-99EE-BDFC431EDDBE}"/>
              </a:ext>
            </a:extLst>
          </p:cNvPr>
          <p:cNvSpPr>
            <a:spLocks xmlns:a="http://schemas.openxmlformats.org/drawingml/2006/main" noGrp="1"/>
          </p:cNvSpPr>
          <p:nvPr/>
        </p:nvSpPr>
        <p:spPr>
          <a:xfrm xmlns:a="http://schemas.openxmlformats.org/drawingml/2006/main">
            <a:off x="4661917" y="3029479"/>
            <a:ext cx="295416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77766E"/>
                </a:solidFill>
                <a:latin typeface="Inter Tight"/>
                <a:ea typeface="Inter Tight"/>
                <a:cs typeface="Inter Tight"/>
              </a:rPr>
              <a:t>02</a:t>
            </a:r>
            <a:endParaRPr sz="1200"/>
          </a:p>
        </p:txBody>
      </p:sp>
      <p:sp>
        <p:nvSpPr>
          <p:cNvPr id="10" name="Text 8">
            <a:extLst xmlns:a="http://schemas.openxmlformats.org/drawingml/2006/main">
              <a:ext uri="{FF2B5EF4-FFF2-40B4-BE49-F238E27FC236}">
                <a16:creationId xmlns:a16="http://schemas.microsoft.com/office/drawing/2014/main" id="{C07078FC-8E2D-4C4A-B9F8-E9FF80613FEE}"/>
              </a:ext>
            </a:extLst>
          </p:cNvPr>
          <p:cNvSpPr>
            <a:spLocks xmlns:a="http://schemas.openxmlformats.org/drawingml/2006/main" noGrp="1"/>
          </p:cNvSpPr>
          <p:nvPr/>
        </p:nvSpPr>
        <p:spPr>
          <a:xfrm xmlns:a="http://schemas.openxmlformats.org/drawingml/2006/main">
            <a:off x="4661917" y="3344374"/>
            <a:ext cx="2954168" cy="36063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640"/>
              </a:lnSpc>
              <a:buNone/>
            </a:pPr>
            <a:r>
              <a:rPr sz="2200" b="1">
                <a:solidFill>
                  <a:srgbClr val="171717"/>
                </a:solidFill>
                <a:latin typeface="Inter Tight"/>
                <a:ea typeface="Inter Tight"/>
                <a:cs typeface="Inter Tight"/>
              </a:rPr>
              <a:t>Approve</a:t>
            </a:r>
            <a:endParaRPr sz="2200"/>
          </a:p>
        </p:txBody>
      </p:sp>
      <p:sp>
        <p:nvSpPr>
          <p:cNvPr id="11" name="Text 9">
            <a:extLst xmlns:a="http://schemas.openxmlformats.org/drawingml/2006/main">
              <a:ext uri="{FF2B5EF4-FFF2-40B4-BE49-F238E27FC236}">
                <a16:creationId xmlns:a16="http://schemas.microsoft.com/office/drawing/2014/main" id="{4FFA6161-0349-4821-9954-96E9B4EBDBEB}"/>
              </a:ext>
            </a:extLst>
          </p:cNvPr>
          <p:cNvSpPr>
            <a:spLocks xmlns:a="http://schemas.openxmlformats.org/drawingml/2006/main" noGrp="1"/>
          </p:cNvSpPr>
          <p:nvPr/>
        </p:nvSpPr>
        <p:spPr>
          <a:xfrm xmlns:a="http://schemas.openxmlformats.org/drawingml/2006/main">
            <a:off x="4661917" y="3781185"/>
            <a:ext cx="2954168" cy="5410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030"/>
              </a:lnSpc>
              <a:buNone/>
            </a:pPr>
            <a:r>
              <a:rPr sz="1400">
                <a:solidFill>
                  <a:srgbClr val="4A4944"/>
                </a:solidFill>
                <a:latin typeface="Inter"/>
                <a:ea typeface="Inter"/>
                <a:cs typeface="Inter"/>
              </a:rPr>
              <a:t>A person reviews the scope of a proposed check.</a:t>
            </a:r>
            <a:endParaRPr sz="1400"/>
          </a:p>
        </p:txBody>
      </p:sp>
      <p:sp>
        <p:nvSpPr>
          <p:cNvPr id="12" name="Shape 10">
            <a:extLst xmlns:a="http://schemas.openxmlformats.org/drawingml/2006/main">
              <a:ext uri="{FF2B5EF4-FFF2-40B4-BE49-F238E27FC236}">
                <a16:creationId xmlns:a16="http://schemas.microsoft.com/office/drawing/2014/main" id="{47455DF3-5005-4048-A838-2EBDEFCFF805}"/>
              </a:ext>
            </a:extLst>
          </p:cNvPr>
          <p:cNvSpPr>
            <a:spLocks xmlns:a="http://schemas.openxmlformats.org/drawingml/2006/main" noGrp="1"/>
          </p:cNvSpPr>
          <p:nvPr/>
        </p:nvSpPr>
        <p:spPr>
          <a:xfrm xmlns:a="http://schemas.openxmlformats.org/drawingml/2006/main">
            <a:off x="7995700" y="2773363"/>
            <a:ext cx="3380358" cy="1779546"/>
          </a:xfrm>
          <a:prstGeom xmlns:a="http://schemas.openxmlformats.org/drawingml/2006/main" prst="roundRect">
            <a:avLst>
              <a:gd name="adj" fmla="val 5531"/>
            </a:avLst>
          </a:prstGeom>
          <a:solidFill xmlns:a="http://schemas.openxmlformats.org/drawingml/2006/main">
            <a:srgbClr val="FBFBF8"/>
          </a:solidFill>
          <a:ln xmlns:a="http://schemas.openxmlformats.org/drawingml/2006/main" w="6350">
            <a:solidFill>
              <a:srgbClr val="DDDCD4"/>
            </a:solidFill>
            <a:prstDash val="solid"/>
          </a:ln>
        </p:spPr>
      </p:sp>
      <p:sp>
        <p:nvSpPr>
          <p:cNvPr id="13" name="Text 11">
            <a:extLst xmlns:a="http://schemas.openxmlformats.org/drawingml/2006/main">
              <a:ext uri="{FF2B5EF4-FFF2-40B4-BE49-F238E27FC236}">
                <a16:creationId xmlns:a16="http://schemas.microsoft.com/office/drawing/2014/main" id="{890F34C7-4473-40AF-B06A-53A613E565F5}"/>
              </a:ext>
            </a:extLst>
          </p:cNvPr>
          <p:cNvSpPr>
            <a:spLocks xmlns:a="http://schemas.openxmlformats.org/drawingml/2006/main" noGrp="1"/>
          </p:cNvSpPr>
          <p:nvPr/>
        </p:nvSpPr>
        <p:spPr>
          <a:xfrm xmlns:a="http://schemas.openxmlformats.org/drawingml/2006/main">
            <a:off x="8251816" y="3029479"/>
            <a:ext cx="2954168"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a:solidFill>
                  <a:srgbClr val="77766E"/>
                </a:solidFill>
                <a:latin typeface="Inter Tight"/>
                <a:ea typeface="Inter Tight"/>
                <a:cs typeface="Inter Tight"/>
              </a:rPr>
              <a:t>03</a:t>
            </a:r>
            <a:endParaRPr sz="1200"/>
          </a:p>
        </p:txBody>
      </p:sp>
      <p:sp>
        <p:nvSpPr>
          <p:cNvPr id="14" name="Text 12">
            <a:extLst xmlns:a="http://schemas.openxmlformats.org/drawingml/2006/main">
              <a:ext uri="{FF2B5EF4-FFF2-40B4-BE49-F238E27FC236}">
                <a16:creationId xmlns:a16="http://schemas.microsoft.com/office/drawing/2014/main" id="{608B09C6-6725-4EAC-B45C-E2C2FF18A4AF}"/>
              </a:ext>
            </a:extLst>
          </p:cNvPr>
          <p:cNvSpPr>
            <a:spLocks xmlns:a="http://schemas.openxmlformats.org/drawingml/2006/main" noGrp="1"/>
          </p:cNvSpPr>
          <p:nvPr/>
        </p:nvSpPr>
        <p:spPr>
          <a:xfrm xmlns:a="http://schemas.openxmlformats.org/drawingml/2006/main">
            <a:off x="8251816" y="3344374"/>
            <a:ext cx="2954168" cy="36063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640"/>
              </a:lnSpc>
              <a:buNone/>
            </a:pPr>
            <a:r>
              <a:rPr sz="2200" b="1">
                <a:solidFill>
                  <a:srgbClr val="171717"/>
                </a:solidFill>
                <a:latin typeface="Inter Tight"/>
                <a:ea typeface="Inter Tight"/>
                <a:cs typeface="Inter Tight"/>
              </a:rPr>
              <a:t>Compare</a:t>
            </a:r>
            <a:endParaRPr sz="2200"/>
          </a:p>
        </p:txBody>
      </p:sp>
      <p:sp>
        <p:nvSpPr>
          <p:cNvPr id="15" name="Text 13">
            <a:extLst xmlns:a="http://schemas.openxmlformats.org/drawingml/2006/main">
              <a:ext uri="{FF2B5EF4-FFF2-40B4-BE49-F238E27FC236}">
                <a16:creationId xmlns:a16="http://schemas.microsoft.com/office/drawing/2014/main" id="{9ECC8387-7B93-40E2-99DE-B4CBEFEE754A}"/>
              </a:ext>
            </a:extLst>
          </p:cNvPr>
          <p:cNvSpPr>
            <a:spLocks xmlns:a="http://schemas.openxmlformats.org/drawingml/2006/main" noGrp="1"/>
          </p:cNvSpPr>
          <p:nvPr/>
        </p:nvSpPr>
        <p:spPr>
          <a:xfrm xmlns:a="http://schemas.openxmlformats.org/drawingml/2006/main">
            <a:off x="8251816" y="3781185"/>
            <a:ext cx="2954168" cy="54100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030"/>
              </a:lnSpc>
              <a:buNone/>
            </a:pPr>
            <a:r>
              <a:rPr sz="1400">
                <a:solidFill>
                  <a:srgbClr val="4A4944"/>
                </a:solidFill>
                <a:latin typeface="Inter"/>
                <a:ea typeface="Inter"/>
                <a:cs typeface="Inter"/>
              </a:rPr>
              <a:t>Check the next dose against its own source.</a:t>
            </a:r>
            <a:endParaRPr sz="1400"/>
          </a:p>
        </p:txBody>
      </p:sp>
      <p:sp>
        <p:nvSpPr>
          <p:cNvPr id="16" name="Shape 14">
            <a:extLst xmlns:a="http://schemas.openxmlformats.org/drawingml/2006/main">
              <a:ext uri="{FF2B5EF4-FFF2-40B4-BE49-F238E27FC236}">
                <a16:creationId xmlns:a16="http://schemas.microsoft.com/office/drawing/2014/main" id="{2F24E3AB-C38C-43AA-8EBE-53F902C49471}"/>
              </a:ext>
            </a:extLst>
          </p:cNvPr>
          <p:cNvSpPr>
            <a:spLocks xmlns:a="http://schemas.openxmlformats.org/drawingml/2006/main" noGrp="1"/>
          </p:cNvSpPr>
          <p:nvPr/>
        </p:nvSpPr>
        <p:spPr>
          <a:xfrm xmlns:a="http://schemas.openxmlformats.org/drawingml/2006/main">
            <a:off x="812767" y="5654063"/>
            <a:ext cx="5832285" cy="391170"/>
          </a:xfrm>
          <a:prstGeom xmlns:a="http://schemas.openxmlformats.org/drawingml/2006/main" prst="rect">
            <a:avLst/>
          </a:prstGeom>
          <a:gradFill xmlns:a="http://schemas.openxmlformats.org/drawingml/2006/main" rotWithShape="1">
            <a:gsLst>
              <a:gs pos="58000">
                <a:srgbClr val="FFDC00">
                  <a:alpha val="0"/>
                </a:srgbClr>
              </a:gs>
              <a:gs pos="58000">
                <a:srgbClr val="FFDC00"/>
              </a:gs>
            </a:gsLst>
            <a:lin ang="5400000" scaled="0"/>
          </a:gradFill>
        </p:spPr>
      </p:sp>
      <p:sp>
        <p:nvSpPr>
          <p:cNvPr id="17" name="Text 15">
            <a:extLst xmlns:a="http://schemas.openxmlformats.org/drawingml/2006/main">
              <a:ext uri="{FF2B5EF4-FFF2-40B4-BE49-F238E27FC236}">
                <a16:creationId xmlns:a16="http://schemas.microsoft.com/office/drawing/2014/main" id="{74C75E19-9124-4F41-964E-D3E407BB62C4}"/>
              </a:ext>
            </a:extLst>
          </p:cNvPr>
          <p:cNvSpPr>
            <a:spLocks xmlns:a="http://schemas.openxmlformats.org/drawingml/2006/main" noGrp="1"/>
          </p:cNvSpPr>
          <p:nvPr/>
        </p:nvSpPr>
        <p:spPr>
          <a:xfrm xmlns:a="http://schemas.openxmlformats.org/drawingml/2006/main">
            <a:off x="812767" y="5654063"/>
            <a:ext cx="6007253" cy="4165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080"/>
              </a:lnSpc>
              <a:buNone/>
            </a:pPr>
            <a:r>
              <a:rPr sz="2800" b="1" spc="-50">
                <a:solidFill>
                  <a:srgbClr val="171717"/>
                </a:solidFill>
                <a:latin typeface="Inter Tight"/>
                <a:ea typeface="Inter Tight"/>
                <a:cs typeface="Inter Tight"/>
              </a:rPr>
              <a:t>The method is reusable</a:t>
            </a:r>
            <a:endParaRPr sz="2800"/>
          </a:p>
        </p:txBody>
      </p:sp>
    </p:spTree>
    <p:extLst>
      <p:ext uri="{BB962C8B-B14F-4D97-AF65-F5344CB8AC3E}">
        <p14:creationId xmlns:p14="http://schemas.microsoft.com/office/powerpoint/2010/main" val="828712156"/>
      </p:ext>
    </p:extLst>
  </p:cSld>
</p:sld>
</file>

<file path=ppt/slides/slide3.xml><?xml version="1.0" encoding="utf-8"?>
<p:sld xmlns:p="http://schemas.openxmlformats.org/presentationml/2006/main">
  <p:cSld>
    <p:bg>
      <p:bgPr>
        <a:solidFill xmlns:a="http://schemas.openxmlformats.org/drawingml/2006/main">
          <a:srgbClr val="171717"/>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C0C55FF-A643-4893-908A-96A29A185FEC}"/>
              </a:ext>
            </a:extLst>
          </p:cNvPr>
          <p:cNvSpPr>
            <a:spLocks xmlns:a="http://schemas.openxmlformats.org/drawingml/2006/main" noGrp="1"/>
          </p:cNvSpPr>
          <p:nvPr/>
        </p:nvSpPr>
        <p:spPr>
          <a:xfrm xmlns:a="http://schemas.openxmlformats.org/drawingml/2006/main">
            <a:off x="812767" y="1635785"/>
            <a:ext cx="1221879"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200">
                <a:solidFill>
                  <a:srgbClr val="FFDC00"/>
                </a:solidFill>
                <a:latin typeface="Inter Tight"/>
                <a:ea typeface="Inter Tight"/>
                <a:cs typeface="Inter Tight"/>
              </a:rPr>
              <a:t/>
            </a:r>
            <a:endParaRPr sz="1200"/>
          </a:p>
        </p:txBody>
      </p:sp>
      <p:sp>
        <p:nvSpPr>
          <p:cNvPr id="3" name="Text 1">
            <a:extLst xmlns:a="http://schemas.openxmlformats.org/drawingml/2006/main">
              <a:ext uri="{FF2B5EF4-FFF2-40B4-BE49-F238E27FC236}">
                <a16:creationId xmlns:a16="http://schemas.microsoft.com/office/drawing/2014/main" id="{DDA4290D-5376-4E4D-A01B-68467A61CF0C}"/>
              </a:ext>
            </a:extLst>
          </p:cNvPr>
          <p:cNvSpPr>
            <a:spLocks xmlns:a="http://schemas.openxmlformats.org/drawingml/2006/main" noGrp="1"/>
          </p:cNvSpPr>
          <p:nvPr>
            <p:ph type="title" idx="0"/>
          </p:nvPr>
        </p:nvSpPr>
        <p:spPr>
          <a:xfrm xmlns:a="http://schemas.openxmlformats.org/drawingml/2006/main">
            <a:off x="812767" y="2103106"/>
            <a:ext cx="7717875" cy="2057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8000"/>
              </a:lnSpc>
              <a:buNone/>
            </a:pPr>
            <a:r>
              <a:rPr sz="8000" b="1" i="0" spc="-300">
                <a:solidFill>
                  <a:srgbClr val="F5F4EF"/>
                </a:solidFill>
                <a:latin typeface="Inter Tight"/>
                <a:ea typeface="Inter Tight"/>
                <a:cs typeface="Inter Tight"/>
              </a:rPr>
              <a:t/>
            </a:r>
            <a:endParaRPr sz="8000"/>
          </a:p>
        </p:txBody>
      </p:sp>
      <p:sp>
        <p:nvSpPr>
          <p:cNvPr id="4" name="Text 2">
            <a:extLst xmlns:a="http://schemas.openxmlformats.org/drawingml/2006/main">
              <a:ext uri="{FF2B5EF4-FFF2-40B4-BE49-F238E27FC236}">
                <a16:creationId xmlns:a16="http://schemas.microsoft.com/office/drawing/2014/main" id="{117FD56C-9464-49D9-AAE7-31495155E8D4}"/>
              </a:ext>
            </a:extLst>
          </p:cNvPr>
          <p:cNvSpPr>
            <a:spLocks xmlns:a="http://schemas.openxmlformats.org/drawingml/2006/main" noGrp="1"/>
          </p:cNvSpPr>
          <p:nvPr/>
        </p:nvSpPr>
        <p:spPr>
          <a:xfrm xmlns:a="http://schemas.openxmlformats.org/drawingml/2006/main">
            <a:off x="812767" y="4389106"/>
            <a:ext cx="5359747" cy="3199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20"/>
              </a:lnSpc>
              <a:buNone/>
            </a:pPr>
            <a:r>
              <a:rPr sz="1600">
                <a:solidFill>
                  <a:srgbClr val="C9C7BC"/>
                </a:solidFill>
                <a:latin typeface="Inter"/>
                <a:ea typeface="Inter"/>
                <a:cs typeface="Inter"/>
              </a:rPr>
              <a:t/>
            </a:r>
            <a:endParaRPr sz="1600"/>
          </a:p>
        </p:txBody>
      </p:sp>
      <p:sp>
        <p:nvSpPr>
          <p:cNvPr id="5" name="Text 3">
            <a:extLst xmlns:a="http://schemas.openxmlformats.org/drawingml/2006/main">
              <a:ext uri="{FF2B5EF4-FFF2-40B4-BE49-F238E27FC236}">
                <a16:creationId xmlns:a16="http://schemas.microsoft.com/office/drawing/2014/main" id="{385DCCB4-FD99-4045-A157-E427CA1D1B0F}"/>
              </a:ext>
            </a:extLst>
          </p:cNvPr>
          <p:cNvSpPr>
            <a:spLocks xmlns:a="http://schemas.openxmlformats.org/drawingml/2006/main" noGrp="1"/>
          </p:cNvSpPr>
          <p:nvPr/>
        </p:nvSpPr>
        <p:spPr>
          <a:xfrm xmlns:a="http://schemas.openxmlformats.org/drawingml/2006/main">
            <a:off x="812767" y="4937702"/>
            <a:ext cx="2901305" cy="30986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240"/>
              </a:lnSpc>
              <a:buNone/>
            </a:pPr>
            <a:r>
              <a:rPr sz="1600" b="1">
                <a:solidFill>
                  <a:srgbClr val="8CC4B0"/>
                </a:solidFill>
                <a:latin typeface="Inter Tight"/>
                <a:ea typeface="Inter Tight"/>
                <a:cs typeface="Inter Tight"/>
              </a:rPr>
              <a:t/>
            </a:r>
            <a:endParaRPr sz="1600"/>
          </a:p>
        </p:txBody>
      </p:sp>
      <p:pic>
        <p:nvPicPr>
          <p:cNvPr id="6" name="Image 0">
            <a:extLst xmlns:a="http://schemas.openxmlformats.org/drawingml/2006/main">
              <a:ext uri="{FF2B5EF4-FFF2-40B4-BE49-F238E27FC236}">
                <a16:creationId xmlns:a16="http://schemas.microsoft.com/office/drawing/2014/main" id="{7B7D5358-EE49-452B-A08E-D32A076A7B81}"/>
              </a:ext>
            </a:extLst>
          </p:cNvPr>
          <p:cNvPicPr>
            <a:picLocks xmlns:a="http://schemas.openxmlformats.org/drawingml/2006/main" noChangeAspect="1"/>
          </p:cNvPicPr>
          <p:nvPr/>
        </p:nvPicPr>
        <p:blipFill>
          <a:blip xmlns:r="http://schemas.openxmlformats.org/officeDocument/2006/relationships" xmlns:a="http://schemas.openxmlformats.org/drawingml/2006/main" r:embed="R435f9e4291944ce4"/>
          <a:srcRect xmlns:a="http://schemas.openxmlformats.org/drawingml/2006/main" l="0" t="0" r="0" b="0"/>
          <a:stretch xmlns:a="http://schemas.openxmlformats.org/drawingml/2006/main"/>
        </p:blipFill>
        <p:spPr>
          <a:xfrm xmlns:a="http://schemas.openxmlformats.org/drawingml/2006/main">
            <a:off x="8712233" y="2095500"/>
            <a:ext cx="2667000" cy="26670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552540D-8AD0-4D40-8B38-A79F8114E46F}"/>
              </a:ext>
            </a:extLst>
          </p:cNvPr>
          <p:cNvSpPr>
            <a:spLocks xmlns:a="http://schemas.openxmlformats.org/drawingml/2006/main" noGrp="1"/>
          </p:cNvSpPr>
          <p:nvPr/>
        </p:nvSpPr>
        <p:spPr>
          <a:xfrm xmlns:a="http://schemas.openxmlformats.org/drawingml/2006/main">
            <a:off x="809625" y="904875"/>
            <a:ext cx="952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8CC4B0"/>
                </a:solidFill>
                <a:latin typeface="Inter Tight"/>
                <a:ea typeface="Inter Tight"/>
                <a:cs typeface="Inter Tight"/>
              </a:defRPr>
            </a:defPPr>
            <a:lvl1pPr>
              <a:defRPr sz="1350" b="1">
                <a:solidFill>
                  <a:srgbClr val="8CC4B0"/>
                </a:solidFill>
                <a:latin typeface="Inter Tight"/>
                <a:ea typeface="Inter Tight"/>
                <a:cs typeface="Inter Tight"/>
              </a:defRPr>
            </a:lvl1pPr>
            <a:lvl2pPr>
              <a:defRPr sz="1350" b="1">
                <a:solidFill>
                  <a:srgbClr val="8CC4B0"/>
                </a:solidFill>
                <a:latin typeface="Inter Tight"/>
                <a:ea typeface="Inter Tight"/>
                <a:cs typeface="Inter Tight"/>
              </a:defRPr>
            </a:lvl2pPr>
            <a:lvl3pPr>
              <a:defRPr sz="1350" b="1">
                <a:solidFill>
                  <a:srgbClr val="8CC4B0"/>
                </a:solidFill>
                <a:latin typeface="Inter Tight"/>
                <a:ea typeface="Inter Tight"/>
                <a:cs typeface="Inter Tight"/>
              </a:defRPr>
            </a:lvl3pPr>
            <a:lvl4pPr>
              <a:defRPr sz="1350" b="1">
                <a:solidFill>
                  <a:srgbClr val="8CC4B0"/>
                </a:solidFill>
                <a:latin typeface="Inter Tight"/>
                <a:ea typeface="Inter Tight"/>
                <a:cs typeface="Inter Tight"/>
              </a:defRPr>
            </a:lvl4pPr>
            <a:lvl5pPr>
              <a:defRPr sz="1350" b="1">
                <a:solidFill>
                  <a:srgbClr val="8CC4B0"/>
                </a:solidFill>
                <a:latin typeface="Inter Tight"/>
                <a:ea typeface="Inter Tight"/>
                <a:cs typeface="Inter Tight"/>
              </a:defRPr>
            </a:lvl5pPr>
            <a:lvl6pPr>
              <a:defRPr sz="1350" b="1">
                <a:solidFill>
                  <a:srgbClr val="8CC4B0"/>
                </a:solidFill>
                <a:latin typeface="Inter Tight"/>
                <a:ea typeface="Inter Tight"/>
                <a:cs typeface="Inter Tight"/>
              </a:defRPr>
            </a:lvl6pPr>
            <a:lvl7pPr>
              <a:defRPr sz="1350" b="1">
                <a:solidFill>
                  <a:srgbClr val="8CC4B0"/>
                </a:solidFill>
                <a:latin typeface="Inter Tight"/>
                <a:ea typeface="Inter Tight"/>
                <a:cs typeface="Inter Tight"/>
              </a:defRPr>
            </a:lvl7pPr>
            <a:lvl8pPr>
              <a:defRPr sz="1350" b="1">
                <a:solidFill>
                  <a:srgbClr val="8CC4B0"/>
                </a:solidFill>
                <a:latin typeface="Inter Tight"/>
                <a:ea typeface="Inter Tight"/>
                <a:cs typeface="Inter Tight"/>
              </a:defRPr>
            </a:lvl8pPr>
            <a:lvl9pPr>
              <a:defRPr sz="1350" b="1">
                <a:solidFill>
                  <a:srgbClr val="8CC4B0"/>
                </a:solidFill>
                <a:latin typeface="Inter Tight"/>
                <a:ea typeface="Inter Tight"/>
                <a:cs typeface="Inter Tight"/>
              </a:defRPr>
            </a:lvl9pPr>
          </a:lstStyle>
          <a:p xmlns:a="http://schemas.openxmlformats.org/drawingml/2006/main">
            <a:pPr>
              <a:defRPr sz="1350" b="1">
                <a:solidFill>
                  <a:srgbClr val="8CC4B0"/>
                </a:solidFill>
                <a:latin typeface="Inter Tight"/>
                <a:ea typeface="Inter Tight"/>
                <a:cs typeface="Inter Tight"/>
              </a:defRPr>
            </a:pPr>
            <a:r>
              <a:rPr sz="1350" b="1">
                <a:solidFill>
                  <a:srgbClr val="8CC4B0"/>
                </a:solidFill>
                <a:latin typeface="Inter Tight"/>
                <a:ea typeface="Inter Tight"/>
                <a:cs typeface="Inter Tight"/>
              </a:rPr>
              <a:t>A DIFFERENT FICTIONAL RECORD</a:t>
            </a:r>
          </a:p>
        </p:txBody>
      </p:sp>
      <p:sp>
        <p:nvSpPr>
          <p:cNvPr id="8" name="">
            <a:extLst xmlns:a="http://schemas.openxmlformats.org/drawingml/2006/main">
              <a:ext uri="{FF2B5EF4-FFF2-40B4-BE49-F238E27FC236}">
                <a16:creationId xmlns:a16="http://schemas.microsoft.com/office/drawing/2014/main" id="{22D31321-D6B8-4899-8216-7010DC21249E}"/>
              </a:ext>
            </a:extLst>
          </p:cNvPr>
          <p:cNvSpPr>
            <a:spLocks xmlns:a="http://schemas.openxmlformats.org/drawingml/2006/main" noGrp="1"/>
          </p:cNvSpPr>
          <p:nvPr/>
        </p:nvSpPr>
        <p:spPr>
          <a:xfrm xmlns:a="http://schemas.openxmlformats.org/drawingml/2006/main">
            <a:off x="809625" y="1524000"/>
            <a:ext cx="9525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F5F4EF"/>
                </a:solidFill>
                <a:latin typeface="Inter Tight"/>
                <a:ea typeface="Inter Tight"/>
                <a:cs typeface="Inter Tight"/>
              </a:defRPr>
            </a:defPPr>
            <a:lvl1pPr>
              <a:defRPr sz="5250" b="1">
                <a:solidFill>
                  <a:srgbClr val="F5F4EF"/>
                </a:solidFill>
                <a:latin typeface="Inter Tight"/>
                <a:ea typeface="Inter Tight"/>
                <a:cs typeface="Inter Tight"/>
              </a:defRPr>
            </a:lvl1pPr>
            <a:lvl2pPr>
              <a:defRPr sz="5250" b="1">
                <a:solidFill>
                  <a:srgbClr val="F5F4EF"/>
                </a:solidFill>
                <a:latin typeface="Inter Tight"/>
                <a:ea typeface="Inter Tight"/>
                <a:cs typeface="Inter Tight"/>
              </a:defRPr>
            </a:lvl2pPr>
            <a:lvl3pPr>
              <a:defRPr sz="5250" b="1">
                <a:solidFill>
                  <a:srgbClr val="F5F4EF"/>
                </a:solidFill>
                <a:latin typeface="Inter Tight"/>
                <a:ea typeface="Inter Tight"/>
                <a:cs typeface="Inter Tight"/>
              </a:defRPr>
            </a:lvl3pPr>
            <a:lvl4pPr>
              <a:defRPr sz="5250" b="1">
                <a:solidFill>
                  <a:srgbClr val="F5F4EF"/>
                </a:solidFill>
                <a:latin typeface="Inter Tight"/>
                <a:ea typeface="Inter Tight"/>
                <a:cs typeface="Inter Tight"/>
              </a:defRPr>
            </a:lvl4pPr>
            <a:lvl5pPr>
              <a:defRPr sz="5250" b="1">
                <a:solidFill>
                  <a:srgbClr val="F5F4EF"/>
                </a:solidFill>
                <a:latin typeface="Inter Tight"/>
                <a:ea typeface="Inter Tight"/>
                <a:cs typeface="Inter Tight"/>
              </a:defRPr>
            </a:lvl5pPr>
            <a:lvl6pPr>
              <a:defRPr sz="5250" b="1">
                <a:solidFill>
                  <a:srgbClr val="F5F4EF"/>
                </a:solidFill>
                <a:latin typeface="Inter Tight"/>
                <a:ea typeface="Inter Tight"/>
                <a:cs typeface="Inter Tight"/>
              </a:defRPr>
            </a:lvl6pPr>
            <a:lvl7pPr>
              <a:defRPr sz="5250" b="1">
                <a:solidFill>
                  <a:srgbClr val="F5F4EF"/>
                </a:solidFill>
                <a:latin typeface="Inter Tight"/>
                <a:ea typeface="Inter Tight"/>
                <a:cs typeface="Inter Tight"/>
              </a:defRPr>
            </a:lvl7pPr>
            <a:lvl8pPr>
              <a:defRPr sz="5250" b="1">
                <a:solidFill>
                  <a:srgbClr val="F5F4EF"/>
                </a:solidFill>
                <a:latin typeface="Inter Tight"/>
                <a:ea typeface="Inter Tight"/>
                <a:cs typeface="Inter Tight"/>
              </a:defRPr>
            </a:lvl8pPr>
            <a:lvl9pPr>
              <a:defRPr sz="5250" b="1">
                <a:solidFill>
                  <a:srgbClr val="F5F4EF"/>
                </a:solidFill>
                <a:latin typeface="Inter Tight"/>
                <a:ea typeface="Inter Tight"/>
                <a:cs typeface="Inter Tight"/>
              </a:defRPr>
            </a:lvl9pPr>
          </a:lstStyle>
          <a:p xmlns:a="http://schemas.openxmlformats.org/drawingml/2006/main">
            <a:pPr>
              <a:defRPr sz="5250" b="1">
                <a:solidFill>
                  <a:srgbClr val="F5F4EF"/>
                </a:solidFill>
                <a:latin typeface="Inter Tight"/>
                <a:ea typeface="Inter Tight"/>
                <a:cs typeface="Inter Tight"/>
              </a:defRPr>
            </a:pPr>
            <a:r>
              <a:rPr sz="5250" b="1">
                <a:solidFill>
                  <a:srgbClr val="F5F4EF"/>
                </a:solidFill>
                <a:latin typeface="Inter Tight"/>
                <a:ea typeface="Inter Tight"/>
                <a:cs typeface="Inter Tight"/>
              </a:rPr>
              <a:t>The next check</a:t>
            </a:r>
          </a:p>
        </p:txBody>
      </p:sp>
      <p:sp>
        <p:nvSpPr>
          <p:cNvPr id="9" name="">
            <a:extLst xmlns:a="http://schemas.openxmlformats.org/drawingml/2006/main">
              <a:ext uri="{FF2B5EF4-FFF2-40B4-BE49-F238E27FC236}">
                <a16:creationId xmlns:a16="http://schemas.microsoft.com/office/drawing/2014/main" id="{57EB607B-6439-431B-A43B-0DEE08F0AD42}"/>
              </a:ext>
            </a:extLst>
          </p:cNvPr>
          <p:cNvSpPr>
            <a:spLocks xmlns:a="http://schemas.openxmlformats.org/drawingml/2006/main" noGrp="1"/>
          </p:cNvSpPr>
          <p:nvPr/>
        </p:nvSpPr>
        <p:spPr>
          <a:xfrm xmlns:a="http://schemas.openxmlformats.org/drawingml/2006/main">
            <a:off x="809625" y="2857500"/>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9C7BC"/>
                </a:solidFill>
                <a:latin typeface="Inter Tight"/>
                <a:ea typeface="Inter Tight"/>
                <a:cs typeface="Inter Tight"/>
              </a:defRPr>
            </a:defPPr>
            <a:lvl1pPr>
              <a:defRPr sz="1875" b="0">
                <a:solidFill>
                  <a:srgbClr val="C9C7BC"/>
                </a:solidFill>
                <a:latin typeface="Inter Tight"/>
                <a:ea typeface="Inter Tight"/>
                <a:cs typeface="Inter Tight"/>
              </a:defRPr>
            </a:lvl1pPr>
            <a:lvl2pPr>
              <a:defRPr sz="1875" b="0">
                <a:solidFill>
                  <a:srgbClr val="C9C7BC"/>
                </a:solidFill>
                <a:latin typeface="Inter Tight"/>
                <a:ea typeface="Inter Tight"/>
                <a:cs typeface="Inter Tight"/>
              </a:defRPr>
            </a:lvl2pPr>
            <a:lvl3pPr>
              <a:defRPr sz="1875" b="0">
                <a:solidFill>
                  <a:srgbClr val="C9C7BC"/>
                </a:solidFill>
                <a:latin typeface="Inter Tight"/>
                <a:ea typeface="Inter Tight"/>
                <a:cs typeface="Inter Tight"/>
              </a:defRPr>
            </a:lvl3pPr>
            <a:lvl4pPr>
              <a:defRPr sz="1875" b="0">
                <a:solidFill>
                  <a:srgbClr val="C9C7BC"/>
                </a:solidFill>
                <a:latin typeface="Inter Tight"/>
                <a:ea typeface="Inter Tight"/>
                <a:cs typeface="Inter Tight"/>
              </a:defRPr>
            </a:lvl4pPr>
            <a:lvl5pPr>
              <a:defRPr sz="1875" b="0">
                <a:solidFill>
                  <a:srgbClr val="C9C7BC"/>
                </a:solidFill>
                <a:latin typeface="Inter Tight"/>
                <a:ea typeface="Inter Tight"/>
                <a:cs typeface="Inter Tight"/>
              </a:defRPr>
            </a:lvl5pPr>
            <a:lvl6pPr>
              <a:defRPr sz="1875" b="0">
                <a:solidFill>
                  <a:srgbClr val="C9C7BC"/>
                </a:solidFill>
                <a:latin typeface="Inter Tight"/>
                <a:ea typeface="Inter Tight"/>
                <a:cs typeface="Inter Tight"/>
              </a:defRPr>
            </a:lvl6pPr>
            <a:lvl7pPr>
              <a:defRPr sz="1875" b="0">
                <a:solidFill>
                  <a:srgbClr val="C9C7BC"/>
                </a:solidFill>
                <a:latin typeface="Inter Tight"/>
                <a:ea typeface="Inter Tight"/>
                <a:cs typeface="Inter Tight"/>
              </a:defRPr>
            </a:lvl7pPr>
            <a:lvl8pPr>
              <a:defRPr sz="1875" b="0">
                <a:solidFill>
                  <a:srgbClr val="C9C7BC"/>
                </a:solidFill>
                <a:latin typeface="Inter Tight"/>
                <a:ea typeface="Inter Tight"/>
                <a:cs typeface="Inter Tight"/>
              </a:defRPr>
            </a:lvl8pPr>
            <a:lvl9pPr>
              <a:defRPr sz="1875" b="0">
                <a:solidFill>
                  <a:srgbClr val="C9C7BC"/>
                </a:solidFill>
                <a:latin typeface="Inter Tight"/>
                <a:ea typeface="Inter Tight"/>
                <a:cs typeface="Inter Tight"/>
              </a:defRPr>
            </a:lvl9pPr>
          </a:lstStyle>
          <a:p xmlns:a="http://schemas.openxmlformats.org/drawingml/2006/main">
            <a:pPr>
              <a:defRPr sz="1875" b="0">
                <a:solidFill>
                  <a:srgbClr val="C9C7BC"/>
                </a:solidFill>
                <a:latin typeface="Inter Tight"/>
                <a:ea typeface="Inter Tight"/>
                <a:cs typeface="Inter Tight"/>
              </a:defRPr>
            </a:pPr>
            <a:r>
              <a:rPr sz="1875" b="0">
                <a:solidFill>
                  <a:srgbClr val="C9C7BC"/>
                </a:solidFill>
                <a:latin typeface="Inter Tight"/>
                <a:ea typeface="Inter Tight"/>
                <a:cs typeface="Inter Tight"/>
              </a:rPr>
              <a:t>AI note</a:t>
            </a:r>
          </a:p>
        </p:txBody>
      </p:sp>
      <p:sp>
        <p:nvSpPr>
          <p:cNvPr id="10" name="">
            <a:extLst xmlns:a="http://schemas.openxmlformats.org/drawingml/2006/main">
              <a:ext uri="{FF2B5EF4-FFF2-40B4-BE49-F238E27FC236}">
                <a16:creationId xmlns:a16="http://schemas.microsoft.com/office/drawing/2014/main" id="{90EF7401-8717-4EEB-9758-F3FB4282E231}"/>
              </a:ext>
            </a:extLst>
          </p:cNvPr>
          <p:cNvSpPr>
            <a:spLocks xmlns:a="http://schemas.openxmlformats.org/drawingml/2006/main" noGrp="1"/>
          </p:cNvSpPr>
          <p:nvPr/>
        </p:nvSpPr>
        <p:spPr>
          <a:xfrm xmlns:a="http://schemas.openxmlformats.org/drawingml/2006/main">
            <a:off x="809625" y="333375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FDC00"/>
                </a:solidFill>
                <a:latin typeface="Inter Tight"/>
                <a:ea typeface="Inter Tight"/>
                <a:cs typeface="Inter Tight"/>
              </a:defRPr>
            </a:defPPr>
            <a:lvl1pPr>
              <a:defRPr sz="6600" b="1">
                <a:solidFill>
                  <a:srgbClr val="FFDC00"/>
                </a:solidFill>
                <a:latin typeface="Inter Tight"/>
                <a:ea typeface="Inter Tight"/>
                <a:cs typeface="Inter Tight"/>
              </a:defRPr>
            </a:lvl1pPr>
            <a:lvl2pPr>
              <a:defRPr sz="6600" b="1">
                <a:solidFill>
                  <a:srgbClr val="FFDC00"/>
                </a:solidFill>
                <a:latin typeface="Inter Tight"/>
                <a:ea typeface="Inter Tight"/>
                <a:cs typeface="Inter Tight"/>
              </a:defRPr>
            </a:lvl2pPr>
            <a:lvl3pPr>
              <a:defRPr sz="6600" b="1">
                <a:solidFill>
                  <a:srgbClr val="FFDC00"/>
                </a:solidFill>
                <a:latin typeface="Inter Tight"/>
                <a:ea typeface="Inter Tight"/>
                <a:cs typeface="Inter Tight"/>
              </a:defRPr>
            </a:lvl3pPr>
            <a:lvl4pPr>
              <a:defRPr sz="6600" b="1">
                <a:solidFill>
                  <a:srgbClr val="FFDC00"/>
                </a:solidFill>
                <a:latin typeface="Inter Tight"/>
                <a:ea typeface="Inter Tight"/>
                <a:cs typeface="Inter Tight"/>
              </a:defRPr>
            </a:lvl4pPr>
            <a:lvl5pPr>
              <a:defRPr sz="6600" b="1">
                <a:solidFill>
                  <a:srgbClr val="FFDC00"/>
                </a:solidFill>
                <a:latin typeface="Inter Tight"/>
                <a:ea typeface="Inter Tight"/>
                <a:cs typeface="Inter Tight"/>
              </a:defRPr>
            </a:lvl5pPr>
            <a:lvl6pPr>
              <a:defRPr sz="6600" b="1">
                <a:solidFill>
                  <a:srgbClr val="FFDC00"/>
                </a:solidFill>
                <a:latin typeface="Inter Tight"/>
                <a:ea typeface="Inter Tight"/>
                <a:cs typeface="Inter Tight"/>
              </a:defRPr>
            </a:lvl6pPr>
            <a:lvl7pPr>
              <a:defRPr sz="6600" b="1">
                <a:solidFill>
                  <a:srgbClr val="FFDC00"/>
                </a:solidFill>
                <a:latin typeface="Inter Tight"/>
                <a:ea typeface="Inter Tight"/>
                <a:cs typeface="Inter Tight"/>
              </a:defRPr>
            </a:lvl7pPr>
            <a:lvl8pPr>
              <a:defRPr sz="6600" b="1">
                <a:solidFill>
                  <a:srgbClr val="FFDC00"/>
                </a:solidFill>
                <a:latin typeface="Inter Tight"/>
                <a:ea typeface="Inter Tight"/>
                <a:cs typeface="Inter Tight"/>
              </a:defRPr>
            </a:lvl8pPr>
            <a:lvl9pPr>
              <a:defRPr sz="6600" b="1">
                <a:solidFill>
                  <a:srgbClr val="FFDC00"/>
                </a:solidFill>
                <a:latin typeface="Inter Tight"/>
                <a:ea typeface="Inter Tight"/>
                <a:cs typeface="Inter Tight"/>
              </a:defRPr>
            </a:lvl9pPr>
          </a:lstStyle>
          <a:p xmlns:a="http://schemas.openxmlformats.org/drawingml/2006/main">
            <a:pPr>
              <a:defRPr sz="6600" b="1">
                <a:solidFill>
                  <a:srgbClr val="FFDC00"/>
                </a:solidFill>
                <a:latin typeface="Inter Tight"/>
                <a:ea typeface="Inter Tight"/>
                <a:cs typeface="Inter Tight"/>
              </a:defRPr>
            </a:pPr>
            <a:r>
              <a:rPr sz="6600" b="1">
                <a:solidFill>
                  <a:srgbClr val="FFDC00"/>
                </a:solidFill>
                <a:latin typeface="Inter Tight"/>
                <a:ea typeface="Inter Tight"/>
                <a:cs typeface="Inter Tight"/>
              </a:rPr>
              <a:t>100 mg</a:t>
            </a:r>
          </a:p>
        </p:txBody>
      </p:sp>
      <p:sp>
        <p:nvSpPr>
          <p:cNvPr id="11" name="">
            <a:extLst xmlns:a="http://schemas.openxmlformats.org/drawingml/2006/main">
              <a:ext uri="{FF2B5EF4-FFF2-40B4-BE49-F238E27FC236}">
                <a16:creationId xmlns:a16="http://schemas.microsoft.com/office/drawing/2014/main" id="{AD0AABA7-8413-4682-B917-5A84CCC0F2CA}"/>
              </a:ext>
            </a:extLst>
          </p:cNvPr>
          <p:cNvSpPr>
            <a:spLocks xmlns:a="http://schemas.openxmlformats.org/drawingml/2006/main" noGrp="1"/>
          </p:cNvSpPr>
          <p:nvPr/>
        </p:nvSpPr>
        <p:spPr>
          <a:xfrm xmlns:a="http://schemas.openxmlformats.org/drawingml/2006/main">
            <a:off x="4953000" y="2857500"/>
            <a:ext cx="3619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C9C7BC"/>
                </a:solidFill>
                <a:latin typeface="Inter Tight"/>
                <a:ea typeface="Inter Tight"/>
                <a:cs typeface="Inter Tight"/>
              </a:defRPr>
            </a:defPPr>
            <a:lvl1pPr>
              <a:defRPr sz="1875" b="0">
                <a:solidFill>
                  <a:srgbClr val="C9C7BC"/>
                </a:solidFill>
                <a:latin typeface="Inter Tight"/>
                <a:ea typeface="Inter Tight"/>
                <a:cs typeface="Inter Tight"/>
              </a:defRPr>
            </a:lvl1pPr>
            <a:lvl2pPr>
              <a:defRPr sz="1875" b="0">
                <a:solidFill>
                  <a:srgbClr val="C9C7BC"/>
                </a:solidFill>
                <a:latin typeface="Inter Tight"/>
                <a:ea typeface="Inter Tight"/>
                <a:cs typeface="Inter Tight"/>
              </a:defRPr>
            </a:lvl2pPr>
            <a:lvl3pPr>
              <a:defRPr sz="1875" b="0">
                <a:solidFill>
                  <a:srgbClr val="C9C7BC"/>
                </a:solidFill>
                <a:latin typeface="Inter Tight"/>
                <a:ea typeface="Inter Tight"/>
                <a:cs typeface="Inter Tight"/>
              </a:defRPr>
            </a:lvl3pPr>
            <a:lvl4pPr>
              <a:defRPr sz="1875" b="0">
                <a:solidFill>
                  <a:srgbClr val="C9C7BC"/>
                </a:solidFill>
                <a:latin typeface="Inter Tight"/>
                <a:ea typeface="Inter Tight"/>
                <a:cs typeface="Inter Tight"/>
              </a:defRPr>
            </a:lvl4pPr>
            <a:lvl5pPr>
              <a:defRPr sz="1875" b="0">
                <a:solidFill>
                  <a:srgbClr val="C9C7BC"/>
                </a:solidFill>
                <a:latin typeface="Inter Tight"/>
                <a:ea typeface="Inter Tight"/>
                <a:cs typeface="Inter Tight"/>
              </a:defRPr>
            </a:lvl5pPr>
            <a:lvl6pPr>
              <a:defRPr sz="1875" b="0">
                <a:solidFill>
                  <a:srgbClr val="C9C7BC"/>
                </a:solidFill>
                <a:latin typeface="Inter Tight"/>
                <a:ea typeface="Inter Tight"/>
                <a:cs typeface="Inter Tight"/>
              </a:defRPr>
            </a:lvl6pPr>
            <a:lvl7pPr>
              <a:defRPr sz="1875" b="0">
                <a:solidFill>
                  <a:srgbClr val="C9C7BC"/>
                </a:solidFill>
                <a:latin typeface="Inter Tight"/>
                <a:ea typeface="Inter Tight"/>
                <a:cs typeface="Inter Tight"/>
              </a:defRPr>
            </a:lvl7pPr>
            <a:lvl8pPr>
              <a:defRPr sz="1875" b="0">
                <a:solidFill>
                  <a:srgbClr val="C9C7BC"/>
                </a:solidFill>
                <a:latin typeface="Inter Tight"/>
                <a:ea typeface="Inter Tight"/>
                <a:cs typeface="Inter Tight"/>
              </a:defRPr>
            </a:lvl8pPr>
            <a:lvl9pPr>
              <a:defRPr sz="1875" b="0">
                <a:solidFill>
                  <a:srgbClr val="C9C7BC"/>
                </a:solidFill>
                <a:latin typeface="Inter Tight"/>
                <a:ea typeface="Inter Tight"/>
                <a:cs typeface="Inter Tight"/>
              </a:defRPr>
            </a:lvl9pPr>
          </a:lstStyle>
          <a:p xmlns:a="http://schemas.openxmlformats.org/drawingml/2006/main">
            <a:pPr>
              <a:defRPr sz="1875" b="0">
                <a:solidFill>
                  <a:srgbClr val="C9C7BC"/>
                </a:solidFill>
                <a:latin typeface="Inter Tight"/>
                <a:ea typeface="Inter Tight"/>
                <a:cs typeface="Inter Tight"/>
              </a:defRPr>
            </a:pPr>
            <a:r>
              <a:rPr sz="1875" b="0">
                <a:solidFill>
                  <a:srgbClr val="C9C7BC"/>
                </a:solidFill>
                <a:latin typeface="Inter Tight"/>
                <a:ea typeface="Inter Tight"/>
                <a:cs typeface="Inter Tight"/>
              </a:rPr>
              <a:t>Its own source</a:t>
            </a:r>
          </a:p>
        </p:txBody>
      </p:sp>
      <p:sp>
        <p:nvSpPr>
          <p:cNvPr id="12" name="">
            <a:extLst xmlns:a="http://schemas.openxmlformats.org/drawingml/2006/main">
              <a:ext uri="{FF2B5EF4-FFF2-40B4-BE49-F238E27FC236}">
                <a16:creationId xmlns:a16="http://schemas.microsoft.com/office/drawing/2014/main" id="{2E48569D-18ED-476A-8B8E-D09A250E67EA}"/>
              </a:ext>
            </a:extLst>
          </p:cNvPr>
          <p:cNvSpPr>
            <a:spLocks xmlns:a="http://schemas.openxmlformats.org/drawingml/2006/main" noGrp="1"/>
          </p:cNvSpPr>
          <p:nvPr/>
        </p:nvSpPr>
        <p:spPr>
          <a:xfrm xmlns:a="http://schemas.openxmlformats.org/drawingml/2006/main">
            <a:off x="4953000" y="3333750"/>
            <a:ext cx="3619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5F4EF"/>
                </a:solidFill>
                <a:latin typeface="Inter Tight"/>
                <a:ea typeface="Inter Tight"/>
                <a:cs typeface="Inter Tight"/>
              </a:defRPr>
            </a:defPPr>
            <a:lvl1pPr>
              <a:defRPr sz="5700" b="1">
                <a:solidFill>
                  <a:srgbClr val="F5F4EF"/>
                </a:solidFill>
                <a:latin typeface="Inter Tight"/>
                <a:ea typeface="Inter Tight"/>
                <a:cs typeface="Inter Tight"/>
              </a:defRPr>
            </a:lvl1pPr>
            <a:lvl2pPr>
              <a:defRPr sz="5700" b="1">
                <a:solidFill>
                  <a:srgbClr val="F5F4EF"/>
                </a:solidFill>
                <a:latin typeface="Inter Tight"/>
                <a:ea typeface="Inter Tight"/>
                <a:cs typeface="Inter Tight"/>
              </a:defRPr>
            </a:lvl2pPr>
            <a:lvl3pPr>
              <a:defRPr sz="5700" b="1">
                <a:solidFill>
                  <a:srgbClr val="F5F4EF"/>
                </a:solidFill>
                <a:latin typeface="Inter Tight"/>
                <a:ea typeface="Inter Tight"/>
                <a:cs typeface="Inter Tight"/>
              </a:defRPr>
            </a:lvl3pPr>
            <a:lvl4pPr>
              <a:defRPr sz="5700" b="1">
                <a:solidFill>
                  <a:srgbClr val="F5F4EF"/>
                </a:solidFill>
                <a:latin typeface="Inter Tight"/>
                <a:ea typeface="Inter Tight"/>
                <a:cs typeface="Inter Tight"/>
              </a:defRPr>
            </a:lvl4pPr>
            <a:lvl5pPr>
              <a:defRPr sz="5700" b="1">
                <a:solidFill>
                  <a:srgbClr val="F5F4EF"/>
                </a:solidFill>
                <a:latin typeface="Inter Tight"/>
                <a:ea typeface="Inter Tight"/>
                <a:cs typeface="Inter Tight"/>
              </a:defRPr>
            </a:lvl5pPr>
            <a:lvl6pPr>
              <a:defRPr sz="5700" b="1">
                <a:solidFill>
                  <a:srgbClr val="F5F4EF"/>
                </a:solidFill>
                <a:latin typeface="Inter Tight"/>
                <a:ea typeface="Inter Tight"/>
                <a:cs typeface="Inter Tight"/>
              </a:defRPr>
            </a:lvl6pPr>
            <a:lvl7pPr>
              <a:defRPr sz="5700" b="1">
                <a:solidFill>
                  <a:srgbClr val="F5F4EF"/>
                </a:solidFill>
                <a:latin typeface="Inter Tight"/>
                <a:ea typeface="Inter Tight"/>
                <a:cs typeface="Inter Tight"/>
              </a:defRPr>
            </a:lvl7pPr>
            <a:lvl8pPr>
              <a:defRPr sz="5700" b="1">
                <a:solidFill>
                  <a:srgbClr val="F5F4EF"/>
                </a:solidFill>
                <a:latin typeface="Inter Tight"/>
                <a:ea typeface="Inter Tight"/>
                <a:cs typeface="Inter Tight"/>
              </a:defRPr>
            </a:lvl8pPr>
            <a:lvl9pPr>
              <a:defRPr sz="5700" b="1">
                <a:solidFill>
                  <a:srgbClr val="F5F4EF"/>
                </a:solidFill>
                <a:latin typeface="Inter Tight"/>
                <a:ea typeface="Inter Tight"/>
                <a:cs typeface="Inter Tight"/>
              </a:defRPr>
            </a:lvl9pPr>
          </a:lstStyle>
          <a:p xmlns:a="http://schemas.openxmlformats.org/drawingml/2006/main">
            <a:pPr>
              <a:defRPr sz="5700" b="1">
                <a:solidFill>
                  <a:srgbClr val="F5F4EF"/>
                </a:solidFill>
                <a:latin typeface="Inter Tight"/>
                <a:ea typeface="Inter Tight"/>
                <a:cs typeface="Inter Tight"/>
              </a:defRPr>
            </a:pPr>
            <a:r>
              <a:rPr sz="5700" b="1">
                <a:solidFill>
                  <a:srgbClr val="F5F4EF"/>
                </a:solidFill>
                <a:latin typeface="Inter Tight"/>
                <a:ea typeface="Inter Tight"/>
                <a:cs typeface="Inter Tight"/>
              </a:rPr>
              <a:t>10 mg</a:t>
            </a:r>
          </a:p>
        </p:txBody>
      </p:sp>
      <p:sp>
        <p:nvSpPr>
          <p:cNvPr id="13" name="">
            <a:extLst xmlns:a="http://schemas.openxmlformats.org/drawingml/2006/main">
              <a:ext uri="{FF2B5EF4-FFF2-40B4-BE49-F238E27FC236}">
                <a16:creationId xmlns:a16="http://schemas.microsoft.com/office/drawing/2014/main" id="{9ADB996E-6198-4535-8595-9E9324C650D0}"/>
              </a:ext>
            </a:extLst>
          </p:cNvPr>
          <p:cNvSpPr>
            <a:spLocks xmlns:a="http://schemas.openxmlformats.org/drawingml/2006/main" noGrp="1"/>
          </p:cNvSpPr>
          <p:nvPr/>
        </p:nvSpPr>
        <p:spPr>
          <a:xfrm xmlns:a="http://schemas.openxmlformats.org/drawingml/2006/main">
            <a:off x="809625" y="4953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F5F4EF"/>
                </a:solidFill>
                <a:latin typeface="Inter Tight"/>
                <a:ea typeface="Inter Tight"/>
                <a:cs typeface="Inter Tight"/>
              </a:defRPr>
            </a:defPPr>
            <a:lvl1pPr>
              <a:defRPr sz="2700" b="1">
                <a:solidFill>
                  <a:srgbClr val="F5F4EF"/>
                </a:solidFill>
                <a:latin typeface="Inter Tight"/>
                <a:ea typeface="Inter Tight"/>
                <a:cs typeface="Inter Tight"/>
              </a:defRPr>
            </a:lvl1pPr>
            <a:lvl2pPr>
              <a:defRPr sz="2700" b="1">
                <a:solidFill>
                  <a:srgbClr val="F5F4EF"/>
                </a:solidFill>
                <a:latin typeface="Inter Tight"/>
                <a:ea typeface="Inter Tight"/>
                <a:cs typeface="Inter Tight"/>
              </a:defRPr>
            </a:lvl2pPr>
            <a:lvl3pPr>
              <a:defRPr sz="2700" b="1">
                <a:solidFill>
                  <a:srgbClr val="F5F4EF"/>
                </a:solidFill>
                <a:latin typeface="Inter Tight"/>
                <a:ea typeface="Inter Tight"/>
                <a:cs typeface="Inter Tight"/>
              </a:defRPr>
            </a:lvl3pPr>
            <a:lvl4pPr>
              <a:defRPr sz="2700" b="1">
                <a:solidFill>
                  <a:srgbClr val="F5F4EF"/>
                </a:solidFill>
                <a:latin typeface="Inter Tight"/>
                <a:ea typeface="Inter Tight"/>
                <a:cs typeface="Inter Tight"/>
              </a:defRPr>
            </a:lvl4pPr>
            <a:lvl5pPr>
              <a:defRPr sz="2700" b="1">
                <a:solidFill>
                  <a:srgbClr val="F5F4EF"/>
                </a:solidFill>
                <a:latin typeface="Inter Tight"/>
                <a:ea typeface="Inter Tight"/>
                <a:cs typeface="Inter Tight"/>
              </a:defRPr>
            </a:lvl5pPr>
            <a:lvl6pPr>
              <a:defRPr sz="2700" b="1">
                <a:solidFill>
                  <a:srgbClr val="F5F4EF"/>
                </a:solidFill>
                <a:latin typeface="Inter Tight"/>
                <a:ea typeface="Inter Tight"/>
                <a:cs typeface="Inter Tight"/>
              </a:defRPr>
            </a:lvl6pPr>
            <a:lvl7pPr>
              <a:defRPr sz="2700" b="1">
                <a:solidFill>
                  <a:srgbClr val="F5F4EF"/>
                </a:solidFill>
                <a:latin typeface="Inter Tight"/>
                <a:ea typeface="Inter Tight"/>
                <a:cs typeface="Inter Tight"/>
              </a:defRPr>
            </a:lvl7pPr>
            <a:lvl8pPr>
              <a:defRPr sz="2700" b="1">
                <a:solidFill>
                  <a:srgbClr val="F5F4EF"/>
                </a:solidFill>
                <a:latin typeface="Inter Tight"/>
                <a:ea typeface="Inter Tight"/>
                <a:cs typeface="Inter Tight"/>
              </a:defRPr>
            </a:lvl8pPr>
            <a:lvl9pPr>
              <a:defRPr sz="2700" b="1">
                <a:solidFill>
                  <a:srgbClr val="F5F4EF"/>
                </a:solidFill>
                <a:latin typeface="Inter Tight"/>
                <a:ea typeface="Inter Tight"/>
                <a:cs typeface="Inter Tight"/>
              </a:defRPr>
            </a:lvl9pPr>
          </a:lstStyle>
          <a:p xmlns:a="http://schemas.openxmlformats.org/drawingml/2006/main">
            <a:pPr>
              <a:defRPr sz="2700" b="1">
                <a:solidFill>
                  <a:srgbClr val="F5F4EF"/>
                </a:solidFill>
                <a:latin typeface="Inter Tight"/>
                <a:ea typeface="Inter Tight"/>
                <a:cs typeface="Inter Tight"/>
              </a:defRPr>
            </a:pPr>
            <a:r>
              <a:rPr sz="2700" b="1">
                <a:solidFill>
                  <a:srgbClr val="F5F4EF"/>
                </a:solidFill>
                <a:latin typeface="Inter Tight"/>
                <a:ea typeface="Inter Tight"/>
                <a:cs typeface="Inter Tight"/>
              </a:rPr>
              <a:t>Mismatch flagged for human review</a:t>
            </a:r>
          </a:p>
        </p:txBody>
      </p:sp>
      <p:sp>
        <p:nvSpPr>
          <p:cNvPr id="14" name="">
            <a:extLst xmlns:a="http://schemas.openxmlformats.org/drawingml/2006/main">
              <a:ext uri="{FF2B5EF4-FFF2-40B4-BE49-F238E27FC236}">
                <a16:creationId xmlns:a16="http://schemas.microsoft.com/office/drawing/2014/main" id="{462A4FB5-B5DC-42D3-A8EC-DB1B8F4C55F1}"/>
              </a:ext>
            </a:extLst>
          </p:cNvPr>
          <p:cNvSpPr>
            <a:spLocks xmlns:a="http://schemas.openxmlformats.org/drawingml/2006/main" noGrp="1"/>
          </p:cNvSpPr>
          <p:nvPr/>
        </p:nvSpPr>
        <p:spPr>
          <a:xfrm xmlns:a="http://schemas.openxmlformats.org/drawingml/2006/main">
            <a:off x="809625" y="58102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C9C7BC"/>
                </a:solidFill>
                <a:latin typeface="Inter Tight"/>
                <a:ea typeface="Inter Tight"/>
                <a:cs typeface="Inter Tight"/>
              </a:defRPr>
            </a:defPPr>
            <a:lvl1pPr>
              <a:defRPr sz="1650" b="0">
                <a:solidFill>
                  <a:srgbClr val="C9C7BC"/>
                </a:solidFill>
                <a:latin typeface="Inter Tight"/>
                <a:ea typeface="Inter Tight"/>
                <a:cs typeface="Inter Tight"/>
              </a:defRPr>
            </a:lvl1pPr>
            <a:lvl2pPr>
              <a:defRPr sz="1650" b="0">
                <a:solidFill>
                  <a:srgbClr val="C9C7BC"/>
                </a:solidFill>
                <a:latin typeface="Inter Tight"/>
                <a:ea typeface="Inter Tight"/>
                <a:cs typeface="Inter Tight"/>
              </a:defRPr>
            </a:lvl2pPr>
            <a:lvl3pPr>
              <a:defRPr sz="1650" b="0">
                <a:solidFill>
                  <a:srgbClr val="C9C7BC"/>
                </a:solidFill>
                <a:latin typeface="Inter Tight"/>
                <a:ea typeface="Inter Tight"/>
                <a:cs typeface="Inter Tight"/>
              </a:defRPr>
            </a:lvl3pPr>
            <a:lvl4pPr>
              <a:defRPr sz="1650" b="0">
                <a:solidFill>
                  <a:srgbClr val="C9C7BC"/>
                </a:solidFill>
                <a:latin typeface="Inter Tight"/>
                <a:ea typeface="Inter Tight"/>
                <a:cs typeface="Inter Tight"/>
              </a:defRPr>
            </a:lvl4pPr>
            <a:lvl5pPr>
              <a:defRPr sz="1650" b="0">
                <a:solidFill>
                  <a:srgbClr val="C9C7BC"/>
                </a:solidFill>
                <a:latin typeface="Inter Tight"/>
                <a:ea typeface="Inter Tight"/>
                <a:cs typeface="Inter Tight"/>
              </a:defRPr>
            </a:lvl5pPr>
            <a:lvl6pPr>
              <a:defRPr sz="1650" b="0">
                <a:solidFill>
                  <a:srgbClr val="C9C7BC"/>
                </a:solidFill>
                <a:latin typeface="Inter Tight"/>
                <a:ea typeface="Inter Tight"/>
                <a:cs typeface="Inter Tight"/>
              </a:defRPr>
            </a:lvl6pPr>
            <a:lvl7pPr>
              <a:defRPr sz="1650" b="0">
                <a:solidFill>
                  <a:srgbClr val="C9C7BC"/>
                </a:solidFill>
                <a:latin typeface="Inter Tight"/>
                <a:ea typeface="Inter Tight"/>
                <a:cs typeface="Inter Tight"/>
              </a:defRPr>
            </a:lvl7pPr>
            <a:lvl8pPr>
              <a:defRPr sz="1650" b="0">
                <a:solidFill>
                  <a:srgbClr val="C9C7BC"/>
                </a:solidFill>
                <a:latin typeface="Inter Tight"/>
                <a:ea typeface="Inter Tight"/>
                <a:cs typeface="Inter Tight"/>
              </a:defRPr>
            </a:lvl8pPr>
            <a:lvl9pPr>
              <a:defRPr sz="1650" b="0">
                <a:solidFill>
                  <a:srgbClr val="C9C7BC"/>
                </a:solidFill>
                <a:latin typeface="Inter Tight"/>
                <a:ea typeface="Inter Tight"/>
                <a:cs typeface="Inter Tight"/>
              </a:defRPr>
            </a:lvl9pPr>
          </a:lstStyle>
          <a:p xmlns:a="http://schemas.openxmlformats.org/drawingml/2006/main">
            <a:pPr>
              <a:defRPr sz="1650" b="0">
                <a:solidFill>
                  <a:srgbClr val="C9C7BC"/>
                </a:solidFill>
                <a:latin typeface="Inter Tight"/>
                <a:ea typeface="Inter Tight"/>
                <a:cs typeface="Inter Tight"/>
              </a:defRPr>
            </a:pPr>
            <a:r>
              <a:rPr sz="1650" b="0">
                <a:solidFill>
                  <a:srgbClr val="C9C7BC"/>
                </a:solidFill>
                <a:latin typeface="Inter Tight"/>
                <a:ea typeface="Inter Tight"/>
                <a:cs typeface="Inter Tight"/>
              </a:rPr>
              <a:t>Same values: no mismatch. Missing evidence: cannot confirm.</a:t>
            </a:r>
          </a:p>
        </p:txBody>
      </p:sp>
    </p:spTree>
    <p:extLst>
      <p:ext uri="{BB962C8B-B14F-4D97-AF65-F5344CB8AC3E}">
        <p14:creationId xmlns:p14="http://schemas.microsoft.com/office/powerpoint/2010/main" val="1802953672"/>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CDC74F-3C1B-4886-80B0-938BA8637727}"/>
              </a:ext>
            </a:extLst>
          </p:cNvPr>
          <p:cNvSpPr>
            <a:spLocks xmlns:a="http://schemas.openxmlformats.org/drawingml/2006/main" noGrp="1"/>
          </p:cNvSpPr>
          <p:nvPr/>
        </p:nvSpPr>
        <p:spPr>
          <a:xfrm xmlns:a="http://schemas.openxmlformats.org/drawingml/2006/main">
            <a:off x="812767" y="1927696"/>
            <a:ext cx="1475780" cy="238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200">
                <a:solidFill>
                  <a:srgbClr val="3C7362"/>
                </a:solidFill>
                <a:latin typeface="Inter Tight"/>
                <a:ea typeface="Inter Tight"/>
                <a:cs typeface="Inter Tight"/>
              </a:rPr>
              <a:t/>
            </a:r>
            <a:endParaRPr sz="1200"/>
          </a:p>
        </p:txBody>
      </p:sp>
      <p:sp>
        <p:nvSpPr>
          <p:cNvPr id="3" name="Text 1">
            <a:extLst xmlns:a="http://schemas.openxmlformats.org/drawingml/2006/main">
              <a:ext uri="{FF2B5EF4-FFF2-40B4-BE49-F238E27FC236}">
                <a16:creationId xmlns:a16="http://schemas.microsoft.com/office/drawing/2014/main" id="{B0001DAF-AE58-43D8-877A-4AA07498079E}"/>
              </a:ext>
            </a:extLst>
          </p:cNvPr>
          <p:cNvSpPr>
            <a:spLocks xmlns:a="http://schemas.openxmlformats.org/drawingml/2006/main" noGrp="1"/>
          </p:cNvSpPr>
          <p:nvPr>
            <p:ph type="title" idx="0"/>
          </p:nvPr>
        </p:nvSpPr>
        <p:spPr>
          <a:xfrm xmlns:a="http://schemas.openxmlformats.org/drawingml/2006/main">
            <a:off x="812767" y="2395017"/>
            <a:ext cx="8110305" cy="11988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4620"/>
              </a:lnSpc>
              <a:buNone/>
            </a:pPr>
            <a:r>
              <a:rPr sz="4400" b="1" i="0" spc="-150">
                <a:solidFill>
                  <a:srgbClr val="171717"/>
                </a:solidFill>
                <a:latin typeface="Inter Tight"/>
                <a:ea typeface="Inter Tight"/>
                <a:cs typeface="Inter Tight"/>
              </a:rPr>
              <a:t/>
            </a:r>
            <a:endParaRPr sz="4400"/>
          </a:p>
        </p:txBody>
      </p:sp>
      <p:sp>
        <p:nvSpPr>
          <p:cNvPr id="4" name="Shape 2">
            <a:extLst xmlns:a="http://schemas.openxmlformats.org/drawingml/2006/main">
              <a:ext uri="{FF2B5EF4-FFF2-40B4-BE49-F238E27FC236}">
                <a16:creationId xmlns:a16="http://schemas.microsoft.com/office/drawing/2014/main" id="{AE43838F-1F20-4FF5-A019-F922F3F660C8}"/>
              </a:ext>
            </a:extLst>
          </p:cNvPr>
          <p:cNvSpPr>
            <a:spLocks xmlns:a="http://schemas.openxmlformats.org/drawingml/2006/main" noGrp="1"/>
          </p:cNvSpPr>
          <p:nvPr/>
        </p:nvSpPr>
        <p:spPr>
          <a:xfrm xmlns:a="http://schemas.openxmlformats.org/drawingml/2006/main">
            <a:off x="812767" y="3822443"/>
            <a:ext cx="5886317" cy="391170"/>
          </a:xfrm>
          <a:prstGeom xmlns:a="http://schemas.openxmlformats.org/drawingml/2006/main" prst="rect">
            <a:avLst/>
          </a:prstGeom>
          <a:gradFill xmlns:a="http://schemas.openxmlformats.org/drawingml/2006/main" rotWithShape="1">
            <a:gsLst>
              <a:gs pos="58000">
                <a:srgbClr val="FFDC00">
                  <a:alpha val="0"/>
                </a:srgbClr>
              </a:gs>
              <a:gs pos="58000">
                <a:srgbClr val="FFDC00"/>
              </a:gs>
            </a:gsLst>
            <a:lin ang="5400000" scaled="0"/>
          </a:gradFill>
        </p:spPr>
      </p:sp>
      <p:sp>
        <p:nvSpPr>
          <p:cNvPr id="5" name="Text 3">
            <a:extLst xmlns:a="http://schemas.openxmlformats.org/drawingml/2006/main">
              <a:ext uri="{FF2B5EF4-FFF2-40B4-BE49-F238E27FC236}">
                <a16:creationId xmlns:a16="http://schemas.microsoft.com/office/drawing/2014/main" id="{6120EEE9-FF25-4537-97A8-03FF073C5B1B}"/>
              </a:ext>
            </a:extLst>
          </p:cNvPr>
          <p:cNvSpPr>
            <a:spLocks xmlns:a="http://schemas.openxmlformats.org/drawingml/2006/main" noGrp="1"/>
          </p:cNvSpPr>
          <p:nvPr/>
        </p:nvSpPr>
        <p:spPr>
          <a:xfrm xmlns:a="http://schemas.openxmlformats.org/drawingml/2006/main">
            <a:off x="812767" y="3822443"/>
            <a:ext cx="6062907" cy="41657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89112"/>
          </a:bodyPr>
          <a:lstStyle xmlns:a="http://schemas.openxmlformats.org/drawingml/2006/main"/>
          <a:p xmlns:a="http://schemas.openxmlformats.org/drawingml/2006/main">
            <a:pPr marL="0" indent="0" algn="l">
              <a:lnSpc>
                <a:spcPts val="3080"/>
              </a:lnSpc>
              <a:buNone/>
            </a:pPr>
            <a:r>
              <a:rPr sz="2800" b="1" spc="-50">
                <a:solidFill>
                  <a:srgbClr val="171717"/>
                </a:solidFill>
                <a:latin typeface="Inter Tight"/>
                <a:ea typeface="Inter Tight"/>
                <a:cs typeface="Inter Tight"/>
              </a:rPr>
              <a:t>The complete workflow runs on one page</a:t>
            </a:r>
            <a:endParaRPr sz="2800"/>
          </a:p>
        </p:txBody>
      </p:sp>
      <p:sp>
        <p:nvSpPr>
          <p:cNvPr id="6" name="Shape 4">
            <a:extLst xmlns:a="http://schemas.openxmlformats.org/drawingml/2006/main">
              <a:ext uri="{FF2B5EF4-FFF2-40B4-BE49-F238E27FC236}">
                <a16:creationId xmlns:a16="http://schemas.microsoft.com/office/drawing/2014/main" id="{CCB2853E-98BD-4C77-88B3-A6A2360E81C7}"/>
              </a:ext>
            </a:extLst>
          </p:cNvPr>
          <p:cNvSpPr>
            <a:spLocks xmlns:a="http://schemas.openxmlformats.org/drawingml/2006/main" noGrp="1"/>
          </p:cNvSpPr>
          <p:nvPr/>
        </p:nvSpPr>
        <p:spPr>
          <a:xfrm xmlns:a="http://schemas.openxmlformats.org/drawingml/2006/main">
            <a:off x="812767" y="4473963"/>
            <a:ext cx="4256939" cy="0"/>
          </a:xfrm>
          <a:prstGeom xmlns:a="http://schemas.openxmlformats.org/drawingml/2006/main" prst="line">
            <a:avLst/>
          </a:prstGeom>
          <a:noFill xmlns:a="http://schemas.openxmlformats.org/drawingml/2006/main"/>
          <a:ln xmlns:a="http://schemas.openxmlformats.org/drawingml/2006/main" w="12700">
            <a:solidFill>
              <a:srgbClr val="171717"/>
            </a:solidFill>
            <a:prstDash val="solid"/>
          </a:ln>
        </p:spPr>
      </p:sp>
      <p:sp>
        <p:nvSpPr>
          <p:cNvPr id="7" name="Text 5">
            <a:extLst xmlns:a="http://schemas.openxmlformats.org/drawingml/2006/main">
              <a:ext uri="{FF2B5EF4-FFF2-40B4-BE49-F238E27FC236}">
                <a16:creationId xmlns:a16="http://schemas.microsoft.com/office/drawing/2014/main" id="{66D4C6E0-58FA-4876-88C2-61E1B8BA9197}"/>
              </a:ext>
            </a:extLst>
          </p:cNvPr>
          <p:cNvSpPr>
            <a:spLocks xmlns:a="http://schemas.openxmlformats.org/drawingml/2006/main" noGrp="1"/>
          </p:cNvSpPr>
          <p:nvPr/>
        </p:nvSpPr>
        <p:spPr>
          <a:xfrm xmlns:a="http://schemas.openxmlformats.org/drawingml/2006/main">
            <a:off x="809625" y="4667250"/>
            <a:ext cx="85725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875">
                <a:solidFill>
                  <a:srgbClr val="171717"/>
                </a:solidFill>
                <a:latin typeface="Inter"/>
                <a:ea typeface="Inter"/>
                <a:cs typeface="Inter"/>
              </a:defRPr>
            </a:defPPr>
            <a:lvl1pPr>
              <a:defRPr sz="1875">
                <a:solidFill>
                  <a:srgbClr val="171717"/>
                </a:solidFill>
                <a:latin typeface="Inter"/>
                <a:ea typeface="Inter"/>
                <a:cs typeface="Inter"/>
              </a:defRPr>
            </a:lvl1pPr>
            <a:lvl2pPr>
              <a:defRPr sz="1875">
                <a:solidFill>
                  <a:srgbClr val="171717"/>
                </a:solidFill>
                <a:latin typeface="Inter"/>
                <a:ea typeface="Inter"/>
                <a:cs typeface="Inter"/>
              </a:defRPr>
            </a:lvl2pPr>
            <a:lvl3pPr>
              <a:defRPr sz="1875">
                <a:solidFill>
                  <a:srgbClr val="171717"/>
                </a:solidFill>
                <a:latin typeface="Inter"/>
                <a:ea typeface="Inter"/>
                <a:cs typeface="Inter"/>
              </a:defRPr>
            </a:lvl3pPr>
            <a:lvl4pPr>
              <a:defRPr sz="1875">
                <a:solidFill>
                  <a:srgbClr val="171717"/>
                </a:solidFill>
                <a:latin typeface="Inter"/>
                <a:ea typeface="Inter"/>
                <a:cs typeface="Inter"/>
              </a:defRPr>
            </a:lvl4pPr>
            <a:lvl5pPr>
              <a:defRPr sz="1875">
                <a:solidFill>
                  <a:srgbClr val="171717"/>
                </a:solidFill>
                <a:latin typeface="Inter"/>
                <a:ea typeface="Inter"/>
                <a:cs typeface="Inter"/>
              </a:defRPr>
            </a:lvl5pPr>
            <a:lvl6pPr>
              <a:defRPr sz="1875">
                <a:solidFill>
                  <a:srgbClr val="171717"/>
                </a:solidFill>
                <a:latin typeface="Inter"/>
                <a:ea typeface="Inter"/>
                <a:cs typeface="Inter"/>
              </a:defRPr>
            </a:lvl6pPr>
            <a:lvl7pPr>
              <a:defRPr sz="1875">
                <a:solidFill>
                  <a:srgbClr val="171717"/>
                </a:solidFill>
                <a:latin typeface="Inter"/>
                <a:ea typeface="Inter"/>
                <a:cs typeface="Inter"/>
              </a:defRPr>
            </a:lvl7pPr>
            <a:lvl8pPr>
              <a:defRPr sz="1875">
                <a:solidFill>
                  <a:srgbClr val="171717"/>
                </a:solidFill>
                <a:latin typeface="Inter"/>
                <a:ea typeface="Inter"/>
                <a:cs typeface="Inter"/>
              </a:defRPr>
            </a:lvl8pPr>
            <a:lvl9pPr>
              <a:defRPr sz="1875">
                <a:solidFill>
                  <a:srgbClr val="171717"/>
                </a:solidFill>
                <a:latin typeface="Inter"/>
                <a:ea typeface="Inter"/>
                <a:cs typeface="Inter"/>
              </a:defRPr>
            </a:lvl9pPr>
          </a:lstStyle>
          <a:p xmlns:a="http://schemas.openxmlformats.org/drawingml/2006/main">
            <a:pPr marL="0" indent="0" algn="l">
              <a:lnSpc>
                <a:spcPts val="1960"/>
              </a:lnSpc>
              <a:buNone/>
              <a:defRPr sz="1875">
                <a:solidFill>
                  <a:srgbClr val="171717"/>
                </a:solidFill>
                <a:latin typeface="Inter"/>
                <a:ea typeface="Inter"/>
                <a:cs typeface="Inter"/>
              </a:defRPr>
            </a:pPr>
            <a:r>
              <a:rPr sz="1875" b="1">
                <a:solidFill>
                  <a:srgbClr val="171717"/>
                </a:solidFill>
                <a:latin typeface="Inter"/>
                <a:ea typeface="Inter"/>
                <a:cs typeface="Inter"/>
              </a:rPr>
              <a:t>Collect a case</a:t>
            </a:r>
            <a:endParaRPr sz="1400"/>
          </a:p>
        </p:txBody>
      </p:sp>
      <p:sp>
        <p:nvSpPr>
          <p:cNvPr id="8" name="Text 6">
            <a:extLst xmlns:a="http://schemas.openxmlformats.org/drawingml/2006/main">
              <a:ext uri="{FF2B5EF4-FFF2-40B4-BE49-F238E27FC236}">
                <a16:creationId xmlns:a16="http://schemas.microsoft.com/office/drawing/2014/main" id="{3A7CCD93-4785-4D12-BC8D-2706B14B3545}"/>
              </a:ext>
            </a:extLst>
          </p:cNvPr>
          <p:cNvSpPr>
            <a:spLocks xmlns:a="http://schemas.openxmlformats.org/drawingml/2006/main" noGrp="1"/>
          </p:cNvSpPr>
          <p:nvPr/>
        </p:nvSpPr>
        <p:spPr>
          <a:xfrm xmlns:a="http://schemas.openxmlformats.org/drawingml/2006/main">
            <a:off x="809625" y="5095875"/>
            <a:ext cx="85725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875">
                <a:solidFill>
                  <a:srgbClr val="171717"/>
                </a:solidFill>
                <a:latin typeface="Inter"/>
                <a:ea typeface="Inter"/>
                <a:cs typeface="Inter"/>
              </a:defRPr>
            </a:defPPr>
            <a:lvl1pPr>
              <a:defRPr sz="1875">
                <a:solidFill>
                  <a:srgbClr val="171717"/>
                </a:solidFill>
                <a:latin typeface="Inter"/>
                <a:ea typeface="Inter"/>
                <a:cs typeface="Inter"/>
              </a:defRPr>
            </a:lvl1pPr>
            <a:lvl2pPr>
              <a:defRPr sz="1875">
                <a:solidFill>
                  <a:srgbClr val="171717"/>
                </a:solidFill>
                <a:latin typeface="Inter"/>
                <a:ea typeface="Inter"/>
                <a:cs typeface="Inter"/>
              </a:defRPr>
            </a:lvl2pPr>
            <a:lvl3pPr>
              <a:defRPr sz="1875">
                <a:solidFill>
                  <a:srgbClr val="171717"/>
                </a:solidFill>
                <a:latin typeface="Inter"/>
                <a:ea typeface="Inter"/>
                <a:cs typeface="Inter"/>
              </a:defRPr>
            </a:lvl3pPr>
            <a:lvl4pPr>
              <a:defRPr sz="1875">
                <a:solidFill>
                  <a:srgbClr val="171717"/>
                </a:solidFill>
                <a:latin typeface="Inter"/>
                <a:ea typeface="Inter"/>
                <a:cs typeface="Inter"/>
              </a:defRPr>
            </a:lvl4pPr>
            <a:lvl5pPr>
              <a:defRPr sz="1875">
                <a:solidFill>
                  <a:srgbClr val="171717"/>
                </a:solidFill>
                <a:latin typeface="Inter"/>
                <a:ea typeface="Inter"/>
                <a:cs typeface="Inter"/>
              </a:defRPr>
            </a:lvl5pPr>
            <a:lvl6pPr>
              <a:defRPr sz="1875">
                <a:solidFill>
                  <a:srgbClr val="171717"/>
                </a:solidFill>
                <a:latin typeface="Inter"/>
                <a:ea typeface="Inter"/>
                <a:cs typeface="Inter"/>
              </a:defRPr>
            </a:lvl6pPr>
            <a:lvl7pPr>
              <a:defRPr sz="1875">
                <a:solidFill>
                  <a:srgbClr val="171717"/>
                </a:solidFill>
                <a:latin typeface="Inter"/>
                <a:ea typeface="Inter"/>
                <a:cs typeface="Inter"/>
              </a:defRPr>
            </a:lvl7pPr>
            <a:lvl8pPr>
              <a:defRPr sz="1875">
                <a:solidFill>
                  <a:srgbClr val="171717"/>
                </a:solidFill>
                <a:latin typeface="Inter"/>
                <a:ea typeface="Inter"/>
                <a:cs typeface="Inter"/>
              </a:defRPr>
            </a:lvl8pPr>
            <a:lvl9pPr>
              <a:defRPr sz="1875">
                <a:solidFill>
                  <a:srgbClr val="171717"/>
                </a:solidFill>
                <a:latin typeface="Inter"/>
                <a:ea typeface="Inter"/>
                <a:cs typeface="Inter"/>
              </a:defRPr>
            </a:lvl9pPr>
          </a:lstStyle>
          <a:p xmlns:a="http://schemas.openxmlformats.org/drawingml/2006/main">
            <a:pPr marL="0" indent="0" algn="l">
              <a:lnSpc>
                <a:spcPts val="1960"/>
              </a:lnSpc>
              <a:buNone/>
              <a:defRPr sz="1875">
                <a:solidFill>
                  <a:srgbClr val="171717"/>
                </a:solidFill>
                <a:latin typeface="Inter"/>
                <a:ea typeface="Inter"/>
                <a:cs typeface="Inter"/>
              </a:defRPr>
            </a:pPr>
            <a:r>
              <a:rPr sz="1875" b="1">
                <a:solidFill>
                  <a:srgbClr val="171717"/>
                </a:solidFill>
                <a:latin typeface="Inter"/>
                <a:ea typeface="Inter"/>
                <a:cs typeface="Inter"/>
              </a:rPr>
              <a:t>Approve a check</a:t>
            </a:r>
            <a:endParaRPr sz="1400"/>
          </a:p>
        </p:txBody>
      </p:sp>
      <p:sp>
        <p:nvSpPr>
          <p:cNvPr id="9" name="Text 7">
            <a:extLst xmlns:a="http://schemas.openxmlformats.org/drawingml/2006/main">
              <a:ext uri="{FF2B5EF4-FFF2-40B4-BE49-F238E27FC236}">
                <a16:creationId xmlns:a16="http://schemas.microsoft.com/office/drawing/2014/main" id="{B946B49D-176B-4F9B-BAE0-F8D0356FB8C6}"/>
              </a:ext>
            </a:extLst>
          </p:cNvPr>
          <p:cNvSpPr>
            <a:spLocks xmlns:a="http://schemas.openxmlformats.org/drawingml/2006/main" noGrp="1"/>
          </p:cNvSpPr>
          <p:nvPr/>
        </p:nvSpPr>
        <p:spPr>
          <a:xfrm xmlns:a="http://schemas.openxmlformats.org/drawingml/2006/main">
            <a:off x="809625" y="5524500"/>
            <a:ext cx="8572500" cy="381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defPPr>
              <a:defRPr sz="1875">
                <a:solidFill>
                  <a:srgbClr val="171717"/>
                </a:solidFill>
                <a:latin typeface="Inter"/>
                <a:ea typeface="Inter"/>
                <a:cs typeface="Inter"/>
              </a:defRPr>
            </a:defPPr>
            <a:lvl1pPr>
              <a:defRPr sz="1875">
                <a:solidFill>
                  <a:srgbClr val="171717"/>
                </a:solidFill>
                <a:latin typeface="Inter"/>
                <a:ea typeface="Inter"/>
                <a:cs typeface="Inter"/>
              </a:defRPr>
            </a:lvl1pPr>
            <a:lvl2pPr>
              <a:defRPr sz="1875">
                <a:solidFill>
                  <a:srgbClr val="171717"/>
                </a:solidFill>
                <a:latin typeface="Inter"/>
                <a:ea typeface="Inter"/>
                <a:cs typeface="Inter"/>
              </a:defRPr>
            </a:lvl2pPr>
            <a:lvl3pPr>
              <a:defRPr sz="1875">
                <a:solidFill>
                  <a:srgbClr val="171717"/>
                </a:solidFill>
                <a:latin typeface="Inter"/>
                <a:ea typeface="Inter"/>
                <a:cs typeface="Inter"/>
              </a:defRPr>
            </a:lvl3pPr>
            <a:lvl4pPr>
              <a:defRPr sz="1875">
                <a:solidFill>
                  <a:srgbClr val="171717"/>
                </a:solidFill>
                <a:latin typeface="Inter"/>
                <a:ea typeface="Inter"/>
                <a:cs typeface="Inter"/>
              </a:defRPr>
            </a:lvl4pPr>
            <a:lvl5pPr>
              <a:defRPr sz="1875">
                <a:solidFill>
                  <a:srgbClr val="171717"/>
                </a:solidFill>
                <a:latin typeface="Inter"/>
                <a:ea typeface="Inter"/>
                <a:cs typeface="Inter"/>
              </a:defRPr>
            </a:lvl5pPr>
            <a:lvl6pPr>
              <a:defRPr sz="1875">
                <a:solidFill>
                  <a:srgbClr val="171717"/>
                </a:solidFill>
                <a:latin typeface="Inter"/>
                <a:ea typeface="Inter"/>
                <a:cs typeface="Inter"/>
              </a:defRPr>
            </a:lvl6pPr>
            <a:lvl7pPr>
              <a:defRPr sz="1875">
                <a:solidFill>
                  <a:srgbClr val="171717"/>
                </a:solidFill>
                <a:latin typeface="Inter"/>
                <a:ea typeface="Inter"/>
                <a:cs typeface="Inter"/>
              </a:defRPr>
            </a:lvl7pPr>
            <a:lvl8pPr>
              <a:defRPr sz="1875">
                <a:solidFill>
                  <a:srgbClr val="171717"/>
                </a:solidFill>
                <a:latin typeface="Inter"/>
                <a:ea typeface="Inter"/>
                <a:cs typeface="Inter"/>
              </a:defRPr>
            </a:lvl8pPr>
            <a:lvl9pPr>
              <a:defRPr sz="1875">
                <a:solidFill>
                  <a:srgbClr val="171717"/>
                </a:solidFill>
                <a:latin typeface="Inter"/>
                <a:ea typeface="Inter"/>
                <a:cs typeface="Inter"/>
              </a:defRPr>
            </a:lvl9pPr>
          </a:lstStyle>
          <a:p xmlns:a="http://schemas.openxmlformats.org/drawingml/2006/main">
            <a:pPr marL="0" indent="0" algn="l">
              <a:lnSpc>
                <a:spcPts val="1960"/>
              </a:lnSpc>
              <a:buNone/>
              <a:defRPr sz="1875">
                <a:solidFill>
                  <a:srgbClr val="171717"/>
                </a:solidFill>
                <a:latin typeface="Inter"/>
                <a:ea typeface="Inter"/>
                <a:cs typeface="Inter"/>
              </a:defRPr>
            </a:pPr>
            <a:r>
              <a:rPr sz="1875" b="1">
                <a:solidFill>
                  <a:srgbClr val="171717"/>
                </a:solidFill>
                <a:latin typeface="Inter"/>
                <a:ea typeface="Inter"/>
                <a:cs typeface="Inter"/>
              </a:rPr>
              <a:t>Test the next note</a:t>
            </a:r>
            <a:endParaRPr sz="1400"/>
          </a:p>
        </p:txBody>
      </p:sp>
      <p:pic>
        <p:nvPicPr>
          <p:cNvPr id="10" name="Image 0">
            <a:extLst xmlns:a="http://schemas.openxmlformats.org/drawingml/2006/main">
              <a:ext uri="{FF2B5EF4-FFF2-40B4-BE49-F238E27FC236}">
                <a16:creationId xmlns:a16="http://schemas.microsoft.com/office/drawing/2014/main" id="{0A2FC922-879D-4F6F-AE9B-66176B5935F0}"/>
              </a:ext>
            </a:extLst>
          </p:cNvPr>
          <p:cNvPicPr>
            <a:picLocks xmlns:a="http://schemas.openxmlformats.org/drawingml/2006/main" noChangeAspect="1"/>
          </p:cNvPicPr>
          <p:nvPr/>
        </p:nvPicPr>
        <p:blipFill>
          <a:blip xmlns:r="http://schemas.openxmlformats.org/officeDocument/2006/relationships" xmlns:a="http://schemas.openxmlformats.org/drawingml/2006/main" r:embed="R0794350e53d842ab"/>
          <a:srcRect xmlns:a="http://schemas.openxmlformats.org/drawingml/2006/main" l="0" t="0" r="0" b="0"/>
          <a:stretch xmlns:a="http://schemas.openxmlformats.org/drawingml/2006/main"/>
        </p:blipFill>
        <p:spPr>
          <a:xfrm xmlns:a="http://schemas.openxmlformats.org/drawingml/2006/main">
            <a:off x="9093233" y="2286000"/>
            <a:ext cx="2286000" cy="22860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7359E96-CC71-486E-ADFC-4A420148E8F5}"/>
              </a:ext>
            </a:extLst>
          </p:cNvPr>
          <p:cNvSpPr>
            <a:spLocks xmlns:a="http://schemas.openxmlformats.org/drawingml/2006/main" noGrp="1"/>
          </p:cNvSpPr>
          <p:nvPr/>
        </p:nvSpPr>
        <p:spPr>
          <a:xfrm xmlns:a="http://schemas.openxmlformats.org/drawingml/2006/main">
            <a:off x="809625" y="857250"/>
            <a:ext cx="714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1">
                <a:solidFill>
                  <a:srgbClr val="397B65"/>
                </a:solidFill>
                <a:latin typeface="Inter Tight"/>
                <a:ea typeface="Inter Tight"/>
                <a:cs typeface="Inter Tight"/>
              </a:defRPr>
            </a:defPPr>
            <a:lvl1pPr>
              <a:defRPr sz="1350" b="1">
                <a:solidFill>
                  <a:srgbClr val="397B65"/>
                </a:solidFill>
                <a:latin typeface="Inter Tight"/>
                <a:ea typeface="Inter Tight"/>
                <a:cs typeface="Inter Tight"/>
              </a:defRPr>
            </a:lvl1pPr>
            <a:lvl2pPr>
              <a:defRPr sz="1350" b="1">
                <a:solidFill>
                  <a:srgbClr val="397B65"/>
                </a:solidFill>
                <a:latin typeface="Inter Tight"/>
                <a:ea typeface="Inter Tight"/>
                <a:cs typeface="Inter Tight"/>
              </a:defRPr>
            </a:lvl2pPr>
            <a:lvl3pPr>
              <a:defRPr sz="1350" b="1">
                <a:solidFill>
                  <a:srgbClr val="397B65"/>
                </a:solidFill>
                <a:latin typeface="Inter Tight"/>
                <a:ea typeface="Inter Tight"/>
                <a:cs typeface="Inter Tight"/>
              </a:defRPr>
            </a:lvl3pPr>
            <a:lvl4pPr>
              <a:defRPr sz="1350" b="1">
                <a:solidFill>
                  <a:srgbClr val="397B65"/>
                </a:solidFill>
                <a:latin typeface="Inter Tight"/>
                <a:ea typeface="Inter Tight"/>
                <a:cs typeface="Inter Tight"/>
              </a:defRPr>
            </a:lvl4pPr>
            <a:lvl5pPr>
              <a:defRPr sz="1350" b="1">
                <a:solidFill>
                  <a:srgbClr val="397B65"/>
                </a:solidFill>
                <a:latin typeface="Inter Tight"/>
                <a:ea typeface="Inter Tight"/>
                <a:cs typeface="Inter Tight"/>
              </a:defRPr>
            </a:lvl5pPr>
            <a:lvl6pPr>
              <a:defRPr sz="1350" b="1">
                <a:solidFill>
                  <a:srgbClr val="397B65"/>
                </a:solidFill>
                <a:latin typeface="Inter Tight"/>
                <a:ea typeface="Inter Tight"/>
                <a:cs typeface="Inter Tight"/>
              </a:defRPr>
            </a:lvl6pPr>
            <a:lvl7pPr>
              <a:defRPr sz="1350" b="1">
                <a:solidFill>
                  <a:srgbClr val="397B65"/>
                </a:solidFill>
                <a:latin typeface="Inter Tight"/>
                <a:ea typeface="Inter Tight"/>
                <a:cs typeface="Inter Tight"/>
              </a:defRPr>
            </a:lvl7pPr>
            <a:lvl8pPr>
              <a:defRPr sz="1350" b="1">
                <a:solidFill>
                  <a:srgbClr val="397B65"/>
                </a:solidFill>
                <a:latin typeface="Inter Tight"/>
                <a:ea typeface="Inter Tight"/>
                <a:cs typeface="Inter Tight"/>
              </a:defRPr>
            </a:lvl8pPr>
            <a:lvl9pPr>
              <a:defRPr sz="1350" b="1">
                <a:solidFill>
                  <a:srgbClr val="397B65"/>
                </a:solidFill>
                <a:latin typeface="Inter Tight"/>
                <a:ea typeface="Inter Tight"/>
                <a:cs typeface="Inter Tight"/>
              </a:defRPr>
            </a:lvl9pPr>
          </a:lstStyle>
          <a:p xmlns:a="http://schemas.openxmlformats.org/drawingml/2006/main">
            <a:pPr>
              <a:defRPr sz="1350" b="1">
                <a:solidFill>
                  <a:srgbClr val="397B65"/>
                </a:solidFill>
                <a:latin typeface="Inter Tight"/>
                <a:ea typeface="Inter Tight"/>
                <a:cs typeface="Inter Tight"/>
              </a:defRPr>
            </a:pPr>
            <a:r>
              <a:rPr sz="1350" b="1">
                <a:solidFill>
                  <a:srgbClr val="397B65"/>
                </a:solidFill>
                <a:latin typeface="Inter Tight"/>
                <a:ea typeface="Inter Tight"/>
                <a:cs typeface="Inter Tight"/>
              </a:rPr>
              <a:t>LIVE DEMO</a:t>
            </a:r>
          </a:p>
        </p:txBody>
      </p:sp>
      <p:sp>
        <p:nvSpPr>
          <p:cNvPr id="12" name="">
            <a:extLst xmlns:a="http://schemas.openxmlformats.org/drawingml/2006/main">
              <a:ext uri="{FF2B5EF4-FFF2-40B4-BE49-F238E27FC236}">
                <a16:creationId xmlns:a16="http://schemas.microsoft.com/office/drawing/2014/main" id="{95AD6A85-E23E-43DE-8CE4-5DBFADFEE5E4}"/>
              </a:ext>
            </a:extLst>
          </p:cNvPr>
          <p:cNvSpPr>
            <a:spLocks xmlns:a="http://schemas.openxmlformats.org/drawingml/2006/main" noGrp="1"/>
          </p:cNvSpPr>
          <p:nvPr/>
        </p:nvSpPr>
        <p:spPr>
          <a:xfrm xmlns:a="http://schemas.openxmlformats.org/drawingml/2006/main">
            <a:off x="809625" y="1524000"/>
            <a:ext cx="952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171717"/>
                </a:solidFill>
                <a:latin typeface="Inter Tight"/>
                <a:ea typeface="Inter Tight"/>
                <a:cs typeface="Inter Tight"/>
              </a:defRPr>
            </a:defPPr>
            <a:lvl1pPr>
              <a:defRPr sz="5700" b="1">
                <a:solidFill>
                  <a:srgbClr val="171717"/>
                </a:solidFill>
                <a:latin typeface="Inter Tight"/>
                <a:ea typeface="Inter Tight"/>
                <a:cs typeface="Inter Tight"/>
              </a:defRPr>
            </a:lvl1pPr>
            <a:lvl2pPr>
              <a:defRPr sz="5700" b="1">
                <a:solidFill>
                  <a:srgbClr val="171717"/>
                </a:solidFill>
                <a:latin typeface="Inter Tight"/>
                <a:ea typeface="Inter Tight"/>
                <a:cs typeface="Inter Tight"/>
              </a:defRPr>
            </a:lvl2pPr>
            <a:lvl3pPr>
              <a:defRPr sz="5700" b="1">
                <a:solidFill>
                  <a:srgbClr val="171717"/>
                </a:solidFill>
                <a:latin typeface="Inter Tight"/>
                <a:ea typeface="Inter Tight"/>
                <a:cs typeface="Inter Tight"/>
              </a:defRPr>
            </a:lvl3pPr>
            <a:lvl4pPr>
              <a:defRPr sz="5700" b="1">
                <a:solidFill>
                  <a:srgbClr val="171717"/>
                </a:solidFill>
                <a:latin typeface="Inter Tight"/>
                <a:ea typeface="Inter Tight"/>
                <a:cs typeface="Inter Tight"/>
              </a:defRPr>
            </a:lvl4pPr>
            <a:lvl5pPr>
              <a:defRPr sz="5700" b="1">
                <a:solidFill>
                  <a:srgbClr val="171717"/>
                </a:solidFill>
                <a:latin typeface="Inter Tight"/>
                <a:ea typeface="Inter Tight"/>
                <a:cs typeface="Inter Tight"/>
              </a:defRPr>
            </a:lvl5pPr>
            <a:lvl6pPr>
              <a:defRPr sz="5700" b="1">
                <a:solidFill>
                  <a:srgbClr val="171717"/>
                </a:solidFill>
                <a:latin typeface="Inter Tight"/>
                <a:ea typeface="Inter Tight"/>
                <a:cs typeface="Inter Tight"/>
              </a:defRPr>
            </a:lvl6pPr>
            <a:lvl7pPr>
              <a:defRPr sz="5700" b="1">
                <a:solidFill>
                  <a:srgbClr val="171717"/>
                </a:solidFill>
                <a:latin typeface="Inter Tight"/>
                <a:ea typeface="Inter Tight"/>
                <a:cs typeface="Inter Tight"/>
              </a:defRPr>
            </a:lvl7pPr>
            <a:lvl8pPr>
              <a:defRPr sz="5700" b="1">
                <a:solidFill>
                  <a:srgbClr val="171717"/>
                </a:solidFill>
                <a:latin typeface="Inter Tight"/>
                <a:ea typeface="Inter Tight"/>
                <a:cs typeface="Inter Tight"/>
              </a:defRPr>
            </a:lvl8pPr>
            <a:lvl9pPr>
              <a:defRPr sz="5700" b="1">
                <a:solidFill>
                  <a:srgbClr val="171717"/>
                </a:solidFill>
                <a:latin typeface="Inter Tight"/>
                <a:ea typeface="Inter Tight"/>
                <a:cs typeface="Inter Tight"/>
              </a:defRPr>
            </a:lvl9pPr>
          </a:lstStyle>
          <a:p xmlns:a="http://schemas.openxmlformats.org/drawingml/2006/main">
            <a:pPr>
              <a:defRPr sz="5700" b="1">
                <a:solidFill>
                  <a:srgbClr val="171717"/>
                </a:solidFill>
                <a:latin typeface="Inter Tight"/>
                <a:ea typeface="Inter Tight"/>
                <a:cs typeface="Inter Tight"/>
              </a:defRPr>
            </a:pPr>
            <a:r>
              <a:rPr sz="5700" b="1">
                <a:solidFill>
                  <a:srgbClr val="171717"/>
                </a:solidFill>
                <a:latin typeface="Inter Tight"/>
                <a:ea typeface="Inter Tight"/>
                <a:cs typeface="Inter Tight"/>
              </a:rPr>
              <a:t>Human corrections.</a:t>
            </a:r>
          </a:p>
          <a:p xmlns:a="http://schemas.openxmlformats.org/drawingml/2006/main">
            <a:pPr>
              <a:defRPr sz="5700" b="1">
                <a:solidFill>
                  <a:srgbClr val="171717"/>
                </a:solidFill>
                <a:latin typeface="Inter Tight"/>
                <a:ea typeface="Inter Tight"/>
                <a:cs typeface="Inter Tight"/>
              </a:defRPr>
            </a:pPr>
            <a:r>
              <a:rPr sz="5700" b="1">
                <a:solidFill>
                  <a:srgbClr val="171717"/>
                </a:solidFill>
                <a:latin typeface="Inter Tight"/>
                <a:ea typeface="Inter Tight"/>
                <a:cs typeface="Inter Tight"/>
              </a:rPr>
              <a:t>Reusable checks.</a:t>
            </a:r>
          </a:p>
        </p:txBody>
      </p:sp>
    </p:spTree>
    <p:extLst>
      <p:ext uri="{BB962C8B-B14F-4D97-AF65-F5344CB8AC3E}">
        <p14:creationId xmlns:p14="http://schemas.microsoft.com/office/powerpoint/2010/main" val="691174373"/>
      </p:ext>
    </p:extLst>
  </p:cSld>
</p:sld>
</file>

<file path=ppt/theme/theme1.xml><?xml version="1.0" encoding="utf-8"?>
<a:theme xmlns:a="http://schemas.openxmlformats.org/drawingml/2006/main" name="ProofVault — Opening Story">
  <a:themeElements>
    <a:clrScheme name="ProofVault — Opening Story">
      <a:dk1>
        <a:srgbClr val="171717"/>
      </a:dk1>
      <a:lt1>
        <a:srgbClr val="F5F4EF"/>
      </a:lt1>
      <a:dk2>
        <a:srgbClr val="4F4E4D"/>
      </a:dk2>
      <a:lt2>
        <a:srgbClr val="DFDED9"/>
      </a:lt2>
      <a:accent1>
        <a:srgbClr val="FFDC00"/>
      </a:accent1>
      <a:accent2>
        <a:srgbClr val="3C7362"/>
      </a:accent2>
      <a:accent3>
        <a:srgbClr val="8CC4B0"/>
      </a:accent3>
      <a:accent4>
        <a:srgbClr val="4A4944"/>
      </a:accent4>
      <a:accent5>
        <a:srgbClr val="77766E"/>
      </a:accent5>
      <a:accent6>
        <a:srgbClr val="C9C7BC"/>
      </a:accent6>
      <a:hlink>
        <a:srgbClr val="0563C1"/>
      </a:hlink>
      <a:folHlink>
        <a:srgbClr val="954F72"/>
      </a:folHlink>
    </a:clrScheme>
    <a:fontScheme name="ProofVault — Opening Story">
      <a:majorFont>
        <a:latin typeface="Inter T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roofVault — Opening Story">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2026-10-19T22:52:36.7130000Z</dcterms:created>
  <dcterms:modified xsi:type="dcterms:W3CDTF">2026-10-19T22:52:36.7130000Z</dcterms:modified>
</coreProperties>
</file>